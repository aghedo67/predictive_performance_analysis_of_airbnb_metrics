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31" r:id="rId4"/>
    <p:sldMasterId id="214748373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embeddedFontLst>
    <p:embeddedFont>
      <p:font typeface="IBM Plex Sans"/>
      <p:regular r:id="rId18"/>
      <p:bold r:id="rId19"/>
      <p:italic r:id="rId20"/>
      <p:boldItalic r:id="rId21"/>
    </p:embeddedFont>
    <p:embeddedFont>
      <p:font typeface="IBM Plex Sans Light"/>
      <p:regular r:id="rId22"/>
      <p:bold r:id="rId23"/>
      <p:italic r:id="rId24"/>
      <p:boldItalic r:id="rId25"/>
    </p:embeddedFont>
    <p:embeddedFont>
      <p:font typeface="Arimo"/>
      <p:regular r:id="rId26"/>
      <p:bold r:id="rId27"/>
      <p:italic r:id="rId28"/>
      <p:boldItalic r:id="rId29"/>
    </p:embeddedFont>
    <p:embeddedFont>
      <p:font typeface="Arimo SemiBold"/>
      <p:regular r:id="rId30"/>
      <p:bold r:id="rId31"/>
      <p:italic r:id="rId32"/>
      <p:boldItalic r:id="rId33"/>
    </p:embeddedFont>
    <p:embeddedFont>
      <p:font typeface="IBM Plex Sans Medium"/>
      <p:regular r:id="rId34"/>
      <p:bold r:id="rId35"/>
      <p:italic r:id="rId36"/>
      <p:boldItalic r:id="rId37"/>
    </p:embeddedFont>
    <p:embeddedFont>
      <p:font typeface="Arimo Medium"/>
      <p:regular r:id="rId38"/>
      <p:bold r:id="rId39"/>
      <p:italic r:id="rId40"/>
      <p:boldItalic r:id="rId41"/>
    </p:embeddedFont>
    <p:embeddedFont>
      <p:font typeface="Roboto Mono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ArimoMedium-italic.fntdata"/><Relationship Id="rId20" Type="http://schemas.openxmlformats.org/officeDocument/2006/relationships/font" Target="fonts/IBMPlexSans-italic.fntdata"/><Relationship Id="rId42" Type="http://schemas.openxmlformats.org/officeDocument/2006/relationships/font" Target="fonts/RobotoMono-regular.fntdata"/><Relationship Id="rId41" Type="http://schemas.openxmlformats.org/officeDocument/2006/relationships/font" Target="fonts/ArimoMedium-boldItalic.fntdata"/><Relationship Id="rId22" Type="http://schemas.openxmlformats.org/officeDocument/2006/relationships/font" Target="fonts/IBMPlexSansLight-regular.fntdata"/><Relationship Id="rId44" Type="http://schemas.openxmlformats.org/officeDocument/2006/relationships/font" Target="fonts/RobotoMono-italic.fntdata"/><Relationship Id="rId21" Type="http://schemas.openxmlformats.org/officeDocument/2006/relationships/font" Target="fonts/IBMPlexSans-boldItalic.fntdata"/><Relationship Id="rId43" Type="http://schemas.openxmlformats.org/officeDocument/2006/relationships/font" Target="fonts/RobotoMono-bold.fntdata"/><Relationship Id="rId24" Type="http://schemas.openxmlformats.org/officeDocument/2006/relationships/font" Target="fonts/IBMPlexSansLight-italic.fntdata"/><Relationship Id="rId23" Type="http://schemas.openxmlformats.org/officeDocument/2006/relationships/font" Target="fonts/IBMPlexSansLight-bold.fntdata"/><Relationship Id="rId45" Type="http://schemas.openxmlformats.org/officeDocument/2006/relationships/font" Target="fonts/RobotoMon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Arimo-regular.fntdata"/><Relationship Id="rId25" Type="http://schemas.openxmlformats.org/officeDocument/2006/relationships/font" Target="fonts/IBMPlexSansLight-boldItalic.fntdata"/><Relationship Id="rId28" Type="http://schemas.openxmlformats.org/officeDocument/2006/relationships/font" Target="fonts/Arimo-italic.fntdata"/><Relationship Id="rId27" Type="http://schemas.openxmlformats.org/officeDocument/2006/relationships/font" Target="fonts/Arimo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Arim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ArimoSemiBold-bold.fntdata"/><Relationship Id="rId30" Type="http://schemas.openxmlformats.org/officeDocument/2006/relationships/font" Target="fonts/ArimoSemiBold-regular.fntdata"/><Relationship Id="rId11" Type="http://schemas.openxmlformats.org/officeDocument/2006/relationships/slide" Target="slides/slide5.xml"/><Relationship Id="rId33" Type="http://schemas.openxmlformats.org/officeDocument/2006/relationships/font" Target="fonts/ArimoSemiBold-boldItalic.fntdata"/><Relationship Id="rId10" Type="http://schemas.openxmlformats.org/officeDocument/2006/relationships/slide" Target="slides/slide4.xml"/><Relationship Id="rId32" Type="http://schemas.openxmlformats.org/officeDocument/2006/relationships/font" Target="fonts/ArimoSemiBold-italic.fntdata"/><Relationship Id="rId13" Type="http://schemas.openxmlformats.org/officeDocument/2006/relationships/slide" Target="slides/slide7.xml"/><Relationship Id="rId35" Type="http://schemas.openxmlformats.org/officeDocument/2006/relationships/font" Target="fonts/IBMPlexSansMedium-bold.fntdata"/><Relationship Id="rId12" Type="http://schemas.openxmlformats.org/officeDocument/2006/relationships/slide" Target="slides/slide6.xml"/><Relationship Id="rId34" Type="http://schemas.openxmlformats.org/officeDocument/2006/relationships/font" Target="fonts/IBMPlexSansMedium-regular.fntdata"/><Relationship Id="rId15" Type="http://schemas.openxmlformats.org/officeDocument/2006/relationships/slide" Target="slides/slide9.xml"/><Relationship Id="rId37" Type="http://schemas.openxmlformats.org/officeDocument/2006/relationships/font" Target="fonts/IBMPlexSansMedium-boldItalic.fntdata"/><Relationship Id="rId14" Type="http://schemas.openxmlformats.org/officeDocument/2006/relationships/slide" Target="slides/slide8.xml"/><Relationship Id="rId36" Type="http://schemas.openxmlformats.org/officeDocument/2006/relationships/font" Target="fonts/IBMPlexSansMedium-italic.fntdata"/><Relationship Id="rId17" Type="http://schemas.openxmlformats.org/officeDocument/2006/relationships/slide" Target="slides/slide11.xml"/><Relationship Id="rId39" Type="http://schemas.openxmlformats.org/officeDocument/2006/relationships/font" Target="fonts/ArimoMedium-bold.fntdata"/><Relationship Id="rId16" Type="http://schemas.openxmlformats.org/officeDocument/2006/relationships/slide" Target="slides/slide10.xml"/><Relationship Id="rId38" Type="http://schemas.openxmlformats.org/officeDocument/2006/relationships/font" Target="fonts/ArimoMedium-regular.fntdata"/><Relationship Id="rId19" Type="http://schemas.openxmlformats.org/officeDocument/2006/relationships/font" Target="fonts/IBMPlexSans-bold.fntdata"/><Relationship Id="rId18" Type="http://schemas.openxmlformats.org/officeDocument/2006/relationships/font" Target="fonts/IBMPlexSa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d1c0ddfed0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d1c0ddfed0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d1c0ddfed0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d1c0ddfed0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d0f7e08b3b_0_4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d0f7e08b3b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d0f7e08b3b_0_4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d0f7e08b3b_0_4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3d1c0ddfed0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9" name="Google Shape;839;g3d1c0ddfed0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3d0f7e08b3b_0_5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3d0f7e08b3b_0_5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d1c0ddfed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d1c0ddfed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d1c0ddfed0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g3d1c0ddfed0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d595ce940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d595ce940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3d595ce9407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3d595ce9407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3d1c0ddfed0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3d1c0ddfed0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" name="Google Shape;11;p2"/>
          <p:cNvSpPr/>
          <p:nvPr/>
        </p:nvSpPr>
        <p:spPr>
          <a:xfrm rot="-5400000">
            <a:off x="5097975" y="1801250"/>
            <a:ext cx="8097300" cy="8097300"/>
          </a:xfrm>
          <a:prstGeom prst="arc">
            <a:avLst>
              <a:gd fmla="val 16801206" name="adj1"/>
              <a:gd fmla="val 13212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 </a:t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2" name="Google Shape;12;p2"/>
          <p:cNvSpPr/>
          <p:nvPr/>
        </p:nvSpPr>
        <p:spPr>
          <a:xfrm rot="-5400000">
            <a:off x="6469500" y="3176690"/>
            <a:ext cx="5354400" cy="5354700"/>
          </a:xfrm>
          <a:prstGeom prst="arc">
            <a:avLst>
              <a:gd fmla="val 17122104" name="adj1"/>
              <a:gd fmla="val 642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 </a:t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3" name="Google Shape;13;p2"/>
          <p:cNvSpPr/>
          <p:nvPr/>
        </p:nvSpPr>
        <p:spPr>
          <a:xfrm rot="-5400000">
            <a:off x="7851600" y="4554800"/>
            <a:ext cx="2590200" cy="2590500"/>
          </a:xfrm>
          <a:prstGeom prst="arc">
            <a:avLst>
              <a:gd fmla="val 18179106" name="adj1"/>
              <a:gd fmla="val 13212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cxnSp>
        <p:nvCxnSpPr>
          <p:cNvPr id="14" name="Google Shape;14;p2"/>
          <p:cNvCxnSpPr/>
          <p:nvPr/>
        </p:nvCxnSpPr>
        <p:spPr>
          <a:xfrm>
            <a:off x="-3700" y="3178475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" name="Google Shape;15;p2"/>
          <p:cNvCxnSpPr/>
          <p:nvPr/>
        </p:nvCxnSpPr>
        <p:spPr>
          <a:xfrm>
            <a:off x="-3700" y="455545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" name="Google Shape;16;p2"/>
          <p:cNvSpPr/>
          <p:nvPr/>
        </p:nvSpPr>
        <p:spPr>
          <a:xfrm>
            <a:off x="-704795" y="3178455"/>
            <a:ext cx="1377000" cy="1377000"/>
          </a:xfrm>
          <a:prstGeom prst="arc">
            <a:avLst>
              <a:gd fmla="val 16292481" name="adj1"/>
              <a:gd fmla="val 5314968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7" name="Google Shape;17;p2"/>
          <p:cNvSpPr/>
          <p:nvPr/>
        </p:nvSpPr>
        <p:spPr>
          <a:xfrm rot="10800000">
            <a:off x="8451707" y="1801501"/>
            <a:ext cx="1377000" cy="1377000"/>
          </a:xfrm>
          <a:prstGeom prst="arc">
            <a:avLst>
              <a:gd fmla="val 16200000" name="adj1"/>
              <a:gd fmla="val 5431293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8" name="Google Shape;18;p2"/>
          <p:cNvSpPr/>
          <p:nvPr/>
        </p:nvSpPr>
        <p:spPr>
          <a:xfrm rot="-5400000">
            <a:off x="5151857" y="4555451"/>
            <a:ext cx="1377000" cy="1377000"/>
          </a:xfrm>
          <a:prstGeom prst="arc">
            <a:avLst>
              <a:gd fmla="val 16691316" name="adj1"/>
              <a:gd fmla="val 4902631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9" name="Google Shape;19;p2"/>
          <p:cNvSpPr txBox="1"/>
          <p:nvPr>
            <p:ph type="title"/>
          </p:nvPr>
        </p:nvSpPr>
        <p:spPr>
          <a:xfrm>
            <a:off x="436725" y="713744"/>
            <a:ext cx="4182300" cy="1726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6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9pPr>
          </a:lstStyle>
          <a:p/>
        </p:txBody>
      </p:sp>
      <p:sp>
        <p:nvSpPr>
          <p:cNvPr id="20" name="Google Shape;20;p2"/>
          <p:cNvSpPr txBox="1"/>
          <p:nvPr>
            <p:ph idx="1" type="subTitle"/>
          </p:nvPr>
        </p:nvSpPr>
        <p:spPr>
          <a:xfrm>
            <a:off x="436725" y="4683700"/>
            <a:ext cx="4346700" cy="2286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21" name="Google Shape;21;p2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" name="Google Shape;22;p2"/>
          <p:cNvSpPr txBox="1"/>
          <p:nvPr>
            <p:ph idx="2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3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BLANK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436725" y="457200"/>
            <a:ext cx="76908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cxnSp>
        <p:nvCxnSpPr>
          <p:cNvPr id="26" name="Google Shape;26;p3"/>
          <p:cNvCxnSpPr/>
          <p:nvPr/>
        </p:nvCxnSpPr>
        <p:spPr>
          <a:xfrm>
            <a:off x="-9" y="1798332"/>
            <a:ext cx="91665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8" name="Google Shape;28;p3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" name="Google Shape;29;p3"/>
          <p:cNvSpPr txBox="1"/>
          <p:nvPr>
            <p:ph idx="1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2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">
    <p:bg>
      <p:bgPr>
        <a:solidFill>
          <a:schemeClr val="lt2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/>
          <p:nvPr>
            <p:ph idx="1" type="subTitle"/>
          </p:nvPr>
        </p:nvSpPr>
        <p:spPr>
          <a:xfrm>
            <a:off x="436725" y="2248775"/>
            <a:ext cx="1986900" cy="45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type="title"/>
          </p:nvPr>
        </p:nvSpPr>
        <p:spPr>
          <a:xfrm>
            <a:off x="436725" y="457200"/>
            <a:ext cx="8230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" name="Google Shape;34;p4"/>
          <p:cNvSpPr txBox="1"/>
          <p:nvPr>
            <p:ph idx="2" type="subTitle"/>
          </p:nvPr>
        </p:nvSpPr>
        <p:spPr>
          <a:xfrm>
            <a:off x="3527938" y="2248775"/>
            <a:ext cx="1986900" cy="45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idx="3" type="subTitle"/>
          </p:nvPr>
        </p:nvSpPr>
        <p:spPr>
          <a:xfrm>
            <a:off x="6461650" y="2248775"/>
            <a:ext cx="1986900" cy="45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4"/>
          <p:cNvSpPr txBox="1"/>
          <p:nvPr>
            <p:ph idx="5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" name="Google Shape;40;p4"/>
          <p:cNvSpPr txBox="1"/>
          <p:nvPr>
            <p:ph idx="6" type="body"/>
          </p:nvPr>
        </p:nvSpPr>
        <p:spPr>
          <a:xfrm>
            <a:off x="436725" y="3086800"/>
            <a:ext cx="1986900" cy="182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4"/>
          <p:cNvSpPr txBox="1"/>
          <p:nvPr>
            <p:ph idx="7" type="body"/>
          </p:nvPr>
        </p:nvSpPr>
        <p:spPr>
          <a:xfrm>
            <a:off x="3528025" y="3086800"/>
            <a:ext cx="1986900" cy="182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4"/>
          <p:cNvSpPr txBox="1"/>
          <p:nvPr>
            <p:ph idx="8" type="body"/>
          </p:nvPr>
        </p:nvSpPr>
        <p:spPr>
          <a:xfrm>
            <a:off x="6461575" y="3086800"/>
            <a:ext cx="1986900" cy="182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_1">
    <p:bg>
      <p:bgPr>
        <a:solidFill>
          <a:schemeClr val="dk2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 flipH="1" rot="5400000">
            <a:off x="-2420625" y="3029200"/>
            <a:ext cx="7621800" cy="7621800"/>
          </a:xfrm>
          <a:prstGeom prst="arc">
            <a:avLst>
              <a:gd fmla="val 17782811" name="adj1"/>
              <a:gd fmla="val 1289626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5" name="Google Shape;45;p5"/>
          <p:cNvSpPr txBox="1"/>
          <p:nvPr>
            <p:ph type="title"/>
          </p:nvPr>
        </p:nvSpPr>
        <p:spPr>
          <a:xfrm>
            <a:off x="436725" y="647525"/>
            <a:ext cx="27180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5"/>
          <p:cNvSpPr txBox="1"/>
          <p:nvPr>
            <p:ph idx="1" type="subTitle"/>
          </p:nvPr>
        </p:nvSpPr>
        <p:spPr>
          <a:xfrm>
            <a:off x="6444950" y="72827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5"/>
          <p:cNvSpPr/>
          <p:nvPr/>
        </p:nvSpPr>
        <p:spPr>
          <a:xfrm flipH="1">
            <a:off x="53468" y="3098413"/>
            <a:ext cx="1296900" cy="1296900"/>
          </a:xfrm>
          <a:prstGeom prst="ellipse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48" name="Google Shape;48;p5"/>
          <p:cNvCxnSpPr/>
          <p:nvPr/>
        </p:nvCxnSpPr>
        <p:spPr>
          <a:xfrm rot="10800000">
            <a:off x="1390200" y="4326200"/>
            <a:ext cx="7753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9" name="Google Shape;49;p5"/>
          <p:cNvSpPr/>
          <p:nvPr/>
        </p:nvSpPr>
        <p:spPr>
          <a:xfrm flipH="1" rot="5400000">
            <a:off x="-1129814" y="4323837"/>
            <a:ext cx="5040000" cy="5040300"/>
          </a:xfrm>
          <a:prstGeom prst="arc">
            <a:avLst>
              <a:gd fmla="val 18735356" name="adj1"/>
              <a:gd fmla="val 2015187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" name="Google Shape;50;p5"/>
          <p:cNvSpPr/>
          <p:nvPr/>
        </p:nvSpPr>
        <p:spPr>
          <a:xfrm flipH="1" rot="5400000">
            <a:off x="3295500" y="4326000"/>
            <a:ext cx="1299900" cy="1299900"/>
          </a:xfrm>
          <a:prstGeom prst="arc">
            <a:avLst>
              <a:gd fmla="val 15272596" name="adj1"/>
              <a:gd fmla="val 6315880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1" name="Google Shape;51;p5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2" name="Google Shape;52;p5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" name="Google Shape;53;p5"/>
          <p:cNvSpPr txBox="1"/>
          <p:nvPr>
            <p:ph idx="2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3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4" type="subTitle"/>
          </p:nvPr>
        </p:nvSpPr>
        <p:spPr>
          <a:xfrm>
            <a:off x="6444950" y="123522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5"/>
          <p:cNvSpPr txBox="1"/>
          <p:nvPr>
            <p:ph idx="5" type="subTitle"/>
          </p:nvPr>
        </p:nvSpPr>
        <p:spPr>
          <a:xfrm>
            <a:off x="6444950" y="174217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7" name="Google Shape;57;p5"/>
          <p:cNvSpPr txBox="1"/>
          <p:nvPr>
            <p:ph idx="6" type="subTitle"/>
          </p:nvPr>
        </p:nvSpPr>
        <p:spPr>
          <a:xfrm>
            <a:off x="6444950" y="224912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5"/>
          <p:cNvSpPr txBox="1"/>
          <p:nvPr>
            <p:ph idx="7" type="subTitle"/>
          </p:nvPr>
        </p:nvSpPr>
        <p:spPr>
          <a:xfrm>
            <a:off x="6444950" y="275607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9" name="Google Shape;59;p5"/>
          <p:cNvSpPr txBox="1"/>
          <p:nvPr>
            <p:ph idx="8" type="subTitle"/>
          </p:nvPr>
        </p:nvSpPr>
        <p:spPr>
          <a:xfrm>
            <a:off x="6444950" y="3263025"/>
            <a:ext cx="22221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5"/>
          <p:cNvSpPr txBox="1"/>
          <p:nvPr>
            <p:ph idx="9" type="subTitle"/>
          </p:nvPr>
        </p:nvSpPr>
        <p:spPr>
          <a:xfrm>
            <a:off x="6080700" y="72827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1" name="Google Shape;61;p5"/>
          <p:cNvSpPr txBox="1"/>
          <p:nvPr>
            <p:ph idx="13" type="subTitle"/>
          </p:nvPr>
        </p:nvSpPr>
        <p:spPr>
          <a:xfrm>
            <a:off x="6080700" y="123522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5"/>
          <p:cNvSpPr txBox="1"/>
          <p:nvPr>
            <p:ph idx="14" type="subTitle"/>
          </p:nvPr>
        </p:nvSpPr>
        <p:spPr>
          <a:xfrm>
            <a:off x="6080700" y="174217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3" name="Google Shape;63;p5"/>
          <p:cNvSpPr txBox="1"/>
          <p:nvPr>
            <p:ph idx="15" type="subTitle"/>
          </p:nvPr>
        </p:nvSpPr>
        <p:spPr>
          <a:xfrm>
            <a:off x="6080700" y="224912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5"/>
          <p:cNvSpPr txBox="1"/>
          <p:nvPr>
            <p:ph idx="16" type="subTitle"/>
          </p:nvPr>
        </p:nvSpPr>
        <p:spPr>
          <a:xfrm>
            <a:off x="6080700" y="275607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5"/>
          <p:cNvSpPr txBox="1"/>
          <p:nvPr>
            <p:ph idx="17" type="subTitle"/>
          </p:nvPr>
        </p:nvSpPr>
        <p:spPr>
          <a:xfrm>
            <a:off x="6080700" y="3263025"/>
            <a:ext cx="306600" cy="29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">
  <p:cSld name="CUSTOM_4">
    <p:bg>
      <p:bgPr>
        <a:solidFill>
          <a:schemeClr val="lt2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"/>
          <p:cNvSpPr/>
          <p:nvPr/>
        </p:nvSpPr>
        <p:spPr>
          <a:xfrm flipH="1" rot="-5400205">
            <a:off x="3801104" y="-3647425"/>
            <a:ext cx="5040000" cy="5040600"/>
          </a:xfrm>
          <a:prstGeom prst="arc">
            <a:avLst>
              <a:gd fmla="val 17789929" name="adj1"/>
              <a:gd fmla="val 3811513" name="adj2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68" name="Google Shape;68;p6"/>
          <p:cNvCxnSpPr/>
          <p:nvPr/>
        </p:nvCxnSpPr>
        <p:spPr>
          <a:xfrm>
            <a:off x="-9" y="1392875"/>
            <a:ext cx="91665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" name="Google Shape;69;p6"/>
          <p:cNvSpPr/>
          <p:nvPr>
            <p:ph idx="2" type="pic"/>
          </p:nvPr>
        </p:nvSpPr>
        <p:spPr>
          <a:xfrm>
            <a:off x="440400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70" name="Google Shape;70;p6"/>
          <p:cNvSpPr txBox="1"/>
          <p:nvPr>
            <p:ph type="title"/>
          </p:nvPr>
        </p:nvSpPr>
        <p:spPr>
          <a:xfrm>
            <a:off x="436725" y="457200"/>
            <a:ext cx="408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6"/>
          <p:cNvSpPr txBox="1"/>
          <p:nvPr>
            <p:ph idx="1" type="body"/>
          </p:nvPr>
        </p:nvSpPr>
        <p:spPr>
          <a:xfrm>
            <a:off x="436800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6"/>
          <p:cNvSpPr txBox="1"/>
          <p:nvPr>
            <p:ph idx="3" type="subTitle"/>
          </p:nvPr>
        </p:nvSpPr>
        <p:spPr>
          <a:xfrm>
            <a:off x="436725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3" name="Google Shape;73;p6"/>
          <p:cNvSpPr txBox="1"/>
          <p:nvPr>
            <p:ph idx="4" type="subTitle"/>
          </p:nvPr>
        </p:nvSpPr>
        <p:spPr>
          <a:xfrm>
            <a:off x="436725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6"/>
          <p:cNvSpPr txBox="1"/>
          <p:nvPr>
            <p:ph idx="5" type="body"/>
          </p:nvPr>
        </p:nvSpPr>
        <p:spPr>
          <a:xfrm>
            <a:off x="1832019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" name="Google Shape;75;p6"/>
          <p:cNvSpPr txBox="1"/>
          <p:nvPr>
            <p:ph idx="6" type="subTitle"/>
          </p:nvPr>
        </p:nvSpPr>
        <p:spPr>
          <a:xfrm>
            <a:off x="1831944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6"/>
          <p:cNvSpPr txBox="1"/>
          <p:nvPr>
            <p:ph idx="7" type="subTitle"/>
          </p:nvPr>
        </p:nvSpPr>
        <p:spPr>
          <a:xfrm>
            <a:off x="1831944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7" name="Google Shape;77;p6"/>
          <p:cNvSpPr txBox="1"/>
          <p:nvPr>
            <p:ph idx="8" type="body"/>
          </p:nvPr>
        </p:nvSpPr>
        <p:spPr>
          <a:xfrm>
            <a:off x="3227244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6"/>
          <p:cNvSpPr txBox="1"/>
          <p:nvPr>
            <p:ph idx="9" type="subTitle"/>
          </p:nvPr>
        </p:nvSpPr>
        <p:spPr>
          <a:xfrm>
            <a:off x="3227169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6"/>
          <p:cNvSpPr txBox="1"/>
          <p:nvPr>
            <p:ph idx="13" type="subTitle"/>
          </p:nvPr>
        </p:nvSpPr>
        <p:spPr>
          <a:xfrm>
            <a:off x="3227169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" name="Google Shape;80;p6"/>
          <p:cNvSpPr txBox="1"/>
          <p:nvPr>
            <p:ph idx="14" type="body"/>
          </p:nvPr>
        </p:nvSpPr>
        <p:spPr>
          <a:xfrm>
            <a:off x="4609566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1" name="Google Shape;81;p6"/>
          <p:cNvSpPr txBox="1"/>
          <p:nvPr>
            <p:ph idx="15" type="subTitle"/>
          </p:nvPr>
        </p:nvSpPr>
        <p:spPr>
          <a:xfrm>
            <a:off x="4609491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2" name="Google Shape;82;p6"/>
          <p:cNvSpPr txBox="1"/>
          <p:nvPr>
            <p:ph idx="16" type="subTitle"/>
          </p:nvPr>
        </p:nvSpPr>
        <p:spPr>
          <a:xfrm>
            <a:off x="4609491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6"/>
          <p:cNvSpPr txBox="1"/>
          <p:nvPr>
            <p:ph idx="17" type="body"/>
          </p:nvPr>
        </p:nvSpPr>
        <p:spPr>
          <a:xfrm>
            <a:off x="6011734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" name="Google Shape;84;p6"/>
          <p:cNvSpPr txBox="1"/>
          <p:nvPr>
            <p:ph idx="18" type="subTitle"/>
          </p:nvPr>
        </p:nvSpPr>
        <p:spPr>
          <a:xfrm>
            <a:off x="6011659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5" name="Google Shape;85;p6"/>
          <p:cNvSpPr txBox="1"/>
          <p:nvPr>
            <p:ph idx="19" type="subTitle"/>
          </p:nvPr>
        </p:nvSpPr>
        <p:spPr>
          <a:xfrm>
            <a:off x="6011659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6" name="Google Shape;86;p6"/>
          <p:cNvSpPr txBox="1"/>
          <p:nvPr>
            <p:ph idx="20" type="body"/>
          </p:nvPr>
        </p:nvSpPr>
        <p:spPr>
          <a:xfrm>
            <a:off x="7413884" y="3585959"/>
            <a:ext cx="1258200" cy="10341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7" name="Google Shape;87;p6"/>
          <p:cNvSpPr txBox="1"/>
          <p:nvPr>
            <p:ph idx="21" type="subTitle"/>
          </p:nvPr>
        </p:nvSpPr>
        <p:spPr>
          <a:xfrm>
            <a:off x="7413809" y="3133425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6"/>
          <p:cNvSpPr txBox="1"/>
          <p:nvPr>
            <p:ph idx="22" type="subTitle"/>
          </p:nvPr>
        </p:nvSpPr>
        <p:spPr>
          <a:xfrm>
            <a:off x="7413809" y="3325506"/>
            <a:ext cx="1258200" cy="201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6"/>
          <p:cNvSpPr/>
          <p:nvPr>
            <p:ph idx="23" type="pic"/>
          </p:nvPr>
        </p:nvSpPr>
        <p:spPr>
          <a:xfrm>
            <a:off x="1832563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0" name="Google Shape;90;p6"/>
          <p:cNvSpPr/>
          <p:nvPr>
            <p:ph idx="24" type="pic"/>
          </p:nvPr>
        </p:nvSpPr>
        <p:spPr>
          <a:xfrm>
            <a:off x="3225625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1" name="Google Shape;91;p6"/>
          <p:cNvSpPr/>
          <p:nvPr>
            <p:ph idx="25" type="pic"/>
          </p:nvPr>
        </p:nvSpPr>
        <p:spPr>
          <a:xfrm>
            <a:off x="4619163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2" name="Google Shape;92;p6"/>
          <p:cNvSpPr/>
          <p:nvPr>
            <p:ph idx="26" type="pic"/>
          </p:nvPr>
        </p:nvSpPr>
        <p:spPr>
          <a:xfrm>
            <a:off x="6012925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3" name="Google Shape;93;p6"/>
          <p:cNvSpPr/>
          <p:nvPr>
            <p:ph idx="27" type="pic"/>
          </p:nvPr>
        </p:nvSpPr>
        <p:spPr>
          <a:xfrm>
            <a:off x="7406675" y="1725300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4" name="Google Shape;94;p6"/>
          <p:cNvSpPr/>
          <p:nvPr/>
        </p:nvSpPr>
        <p:spPr>
          <a:xfrm>
            <a:off x="5592475" y="-26"/>
            <a:ext cx="1392900" cy="13929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5" name="Google Shape;95;p6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6" name="Google Shape;96;p6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" name="Google Shape;97;p6"/>
          <p:cNvSpPr txBox="1"/>
          <p:nvPr>
            <p:ph idx="28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6"/>
          <p:cNvSpPr txBox="1"/>
          <p:nvPr>
            <p:ph idx="29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Alt 1">
  <p:cSld name="CUSTOM_5">
    <p:bg>
      <p:bgPr>
        <a:solidFill>
          <a:schemeClr val="l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7"/>
          <p:cNvGrpSpPr/>
          <p:nvPr/>
        </p:nvGrpSpPr>
        <p:grpSpPr>
          <a:xfrm>
            <a:off x="-3059650" y="1891300"/>
            <a:ext cx="7160400" cy="7160400"/>
            <a:chOff x="-3059650" y="1891300"/>
            <a:chExt cx="7160400" cy="7160400"/>
          </a:xfrm>
        </p:grpSpPr>
        <p:sp>
          <p:nvSpPr>
            <p:cNvPr id="101" name="Google Shape;101;p7"/>
            <p:cNvSpPr/>
            <p:nvPr/>
          </p:nvSpPr>
          <p:spPr>
            <a:xfrm flipH="1" rot="5400000">
              <a:off x="-3059650" y="1891300"/>
              <a:ext cx="7160400" cy="7160400"/>
            </a:xfrm>
            <a:prstGeom prst="arc">
              <a:avLst>
                <a:gd fmla="val 16510262" name="adj1"/>
                <a:gd fmla="val 503275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 flipH="1" rot="5400000">
              <a:off x="-1851199" y="3109695"/>
              <a:ext cx="4734900" cy="4735200"/>
            </a:xfrm>
            <a:prstGeom prst="arc">
              <a:avLst>
                <a:gd fmla="val 16677462" name="adj1"/>
                <a:gd fmla="val 642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3" name="Google Shape;103;p7"/>
            <p:cNvSpPr/>
            <p:nvPr/>
          </p:nvSpPr>
          <p:spPr>
            <a:xfrm flipH="1" rot="5400000">
              <a:off x="-624715" y="4328872"/>
              <a:ext cx="2290500" cy="2290800"/>
            </a:xfrm>
            <a:prstGeom prst="arc">
              <a:avLst>
                <a:gd fmla="val 17201286" name="adj1"/>
                <a:gd fmla="val 13212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4" name="Google Shape;104;p7"/>
            <p:cNvSpPr/>
            <p:nvPr/>
          </p:nvSpPr>
          <p:spPr>
            <a:xfrm>
              <a:off x="558070" y="1956378"/>
              <a:ext cx="1218600" cy="12186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cxnSp>
          <p:nvCxnSpPr>
            <p:cNvPr id="105" name="Google Shape;105;p7"/>
            <p:cNvCxnSpPr/>
            <p:nvPr/>
          </p:nvCxnSpPr>
          <p:spPr>
            <a:xfrm>
              <a:off x="0" y="3109875"/>
              <a:ext cx="5205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6" name="Google Shape;106;p7"/>
            <p:cNvCxnSpPr/>
            <p:nvPr/>
          </p:nvCxnSpPr>
          <p:spPr>
            <a:xfrm>
              <a:off x="0" y="4328375"/>
              <a:ext cx="5205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07" name="Google Shape;107;p7"/>
            <p:cNvSpPr/>
            <p:nvPr/>
          </p:nvSpPr>
          <p:spPr>
            <a:xfrm>
              <a:off x="2686054" y="3808633"/>
              <a:ext cx="1218300" cy="12183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08" name="Google Shape;108;p7"/>
          <p:cNvSpPr txBox="1"/>
          <p:nvPr>
            <p:ph type="title"/>
          </p:nvPr>
        </p:nvSpPr>
        <p:spPr>
          <a:xfrm>
            <a:off x="436725" y="647525"/>
            <a:ext cx="3251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7"/>
          <p:cNvSpPr/>
          <p:nvPr>
            <p:ph idx="2" type="pic"/>
          </p:nvPr>
        </p:nvSpPr>
        <p:spPr>
          <a:xfrm>
            <a:off x="4513350" y="107719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10" name="Google Shape;110;p7"/>
          <p:cNvSpPr txBox="1"/>
          <p:nvPr>
            <p:ph idx="1" type="subTitle"/>
          </p:nvPr>
        </p:nvSpPr>
        <p:spPr>
          <a:xfrm>
            <a:off x="4509675" y="248532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7"/>
          <p:cNvSpPr txBox="1"/>
          <p:nvPr>
            <p:ph idx="3" type="subTitle"/>
          </p:nvPr>
        </p:nvSpPr>
        <p:spPr>
          <a:xfrm>
            <a:off x="4509675" y="260093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2" name="Google Shape;112;p7"/>
          <p:cNvSpPr/>
          <p:nvPr>
            <p:ph idx="4" type="pic"/>
          </p:nvPr>
        </p:nvSpPr>
        <p:spPr>
          <a:xfrm>
            <a:off x="5966983" y="107719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13" name="Google Shape;113;p7"/>
          <p:cNvSpPr txBox="1"/>
          <p:nvPr>
            <p:ph idx="5" type="subTitle"/>
          </p:nvPr>
        </p:nvSpPr>
        <p:spPr>
          <a:xfrm>
            <a:off x="5963308" y="248532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4" name="Google Shape;114;p7"/>
          <p:cNvSpPr txBox="1"/>
          <p:nvPr>
            <p:ph idx="6" type="subTitle"/>
          </p:nvPr>
        </p:nvSpPr>
        <p:spPr>
          <a:xfrm>
            <a:off x="5963308" y="260093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7"/>
          <p:cNvSpPr/>
          <p:nvPr>
            <p:ph idx="7" type="pic"/>
          </p:nvPr>
        </p:nvSpPr>
        <p:spPr>
          <a:xfrm>
            <a:off x="7397695" y="107719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16" name="Google Shape;116;p7"/>
          <p:cNvSpPr txBox="1"/>
          <p:nvPr>
            <p:ph idx="8" type="subTitle"/>
          </p:nvPr>
        </p:nvSpPr>
        <p:spPr>
          <a:xfrm>
            <a:off x="7394020" y="248532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7"/>
          <p:cNvSpPr txBox="1"/>
          <p:nvPr>
            <p:ph idx="9" type="subTitle"/>
          </p:nvPr>
        </p:nvSpPr>
        <p:spPr>
          <a:xfrm>
            <a:off x="7394020" y="260093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8" name="Google Shape;118;p7"/>
          <p:cNvSpPr/>
          <p:nvPr>
            <p:ph idx="13" type="pic"/>
          </p:nvPr>
        </p:nvSpPr>
        <p:spPr>
          <a:xfrm>
            <a:off x="4513350" y="322405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19" name="Google Shape;119;p7"/>
          <p:cNvSpPr txBox="1"/>
          <p:nvPr>
            <p:ph idx="14" type="subTitle"/>
          </p:nvPr>
        </p:nvSpPr>
        <p:spPr>
          <a:xfrm>
            <a:off x="4509675" y="463218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7"/>
          <p:cNvSpPr txBox="1"/>
          <p:nvPr>
            <p:ph idx="15" type="subTitle"/>
          </p:nvPr>
        </p:nvSpPr>
        <p:spPr>
          <a:xfrm>
            <a:off x="4509675" y="474779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7"/>
          <p:cNvSpPr/>
          <p:nvPr>
            <p:ph idx="16" type="pic"/>
          </p:nvPr>
        </p:nvSpPr>
        <p:spPr>
          <a:xfrm>
            <a:off x="5966983" y="322405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22" name="Google Shape;122;p7"/>
          <p:cNvSpPr txBox="1"/>
          <p:nvPr>
            <p:ph idx="17" type="subTitle"/>
          </p:nvPr>
        </p:nvSpPr>
        <p:spPr>
          <a:xfrm>
            <a:off x="5963308" y="463218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7"/>
          <p:cNvSpPr txBox="1"/>
          <p:nvPr>
            <p:ph idx="18" type="subTitle"/>
          </p:nvPr>
        </p:nvSpPr>
        <p:spPr>
          <a:xfrm>
            <a:off x="5963308" y="474779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7"/>
          <p:cNvSpPr/>
          <p:nvPr>
            <p:ph idx="19" type="pic"/>
          </p:nvPr>
        </p:nvSpPr>
        <p:spPr>
          <a:xfrm>
            <a:off x="7397695" y="3224051"/>
            <a:ext cx="1269600" cy="12690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25" name="Google Shape;125;p7"/>
          <p:cNvSpPr txBox="1"/>
          <p:nvPr>
            <p:ph idx="20" type="subTitle"/>
          </p:nvPr>
        </p:nvSpPr>
        <p:spPr>
          <a:xfrm>
            <a:off x="7394020" y="4632181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7"/>
          <p:cNvSpPr txBox="1"/>
          <p:nvPr>
            <p:ph idx="21" type="subTitle"/>
          </p:nvPr>
        </p:nvSpPr>
        <p:spPr>
          <a:xfrm>
            <a:off x="7394020" y="4747797"/>
            <a:ext cx="12582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27" name="Google Shape;127;p7"/>
          <p:cNvCxnSpPr/>
          <p:nvPr/>
        </p:nvCxnSpPr>
        <p:spPr>
          <a:xfrm>
            <a:off x="4100759" y="-7950"/>
            <a:ext cx="0" cy="5159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" name="Google Shape;128;p7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7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7"/>
          <p:cNvSpPr txBox="1"/>
          <p:nvPr>
            <p:ph idx="22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7"/>
          <p:cNvSpPr txBox="1"/>
          <p:nvPr>
            <p:ph idx="23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1">
  <p:cSld name="CUSTOM_3">
    <p:bg>
      <p:bgPr>
        <a:solidFill>
          <a:schemeClr val="lt2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8"/>
          <p:cNvGrpSpPr/>
          <p:nvPr/>
        </p:nvGrpSpPr>
        <p:grpSpPr>
          <a:xfrm>
            <a:off x="1108912" y="-888525"/>
            <a:ext cx="6928500" cy="6928500"/>
            <a:chOff x="1108912" y="-888525"/>
            <a:chExt cx="6928500" cy="6928500"/>
          </a:xfrm>
        </p:grpSpPr>
        <p:sp>
          <p:nvSpPr>
            <p:cNvPr id="134" name="Google Shape;134;p8"/>
            <p:cNvSpPr/>
            <p:nvPr/>
          </p:nvSpPr>
          <p:spPr>
            <a:xfrm flipH="1" rot="5400000">
              <a:off x="1108912" y="-888525"/>
              <a:ext cx="6928500" cy="6928500"/>
            </a:xfrm>
            <a:prstGeom prst="arc">
              <a:avLst>
                <a:gd fmla="val 13322266" name="adj1"/>
                <a:gd fmla="val 19087432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35" name="Google Shape;135;p8"/>
            <p:cNvSpPr/>
            <p:nvPr/>
          </p:nvSpPr>
          <p:spPr>
            <a:xfrm rot="-5400000">
              <a:off x="1108912" y="-888525"/>
              <a:ext cx="6928500" cy="6928500"/>
            </a:xfrm>
            <a:prstGeom prst="arc">
              <a:avLst>
                <a:gd fmla="val 13322266" name="adj1"/>
                <a:gd fmla="val 19087432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36" name="Google Shape;136;p8"/>
            <p:cNvSpPr/>
            <p:nvPr/>
          </p:nvSpPr>
          <p:spPr>
            <a:xfrm rot="-5400000">
              <a:off x="1702778" y="-307275"/>
              <a:ext cx="5766000" cy="5766000"/>
            </a:xfrm>
            <a:prstGeom prst="arc">
              <a:avLst>
                <a:gd fmla="val 12406996" name="adj1"/>
                <a:gd fmla="val 20017194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37" name="Google Shape;137;p8"/>
            <p:cNvSpPr/>
            <p:nvPr/>
          </p:nvSpPr>
          <p:spPr>
            <a:xfrm flipH="1" rot="5400000">
              <a:off x="1690162" y="-307275"/>
              <a:ext cx="5766000" cy="5766000"/>
            </a:xfrm>
            <a:prstGeom prst="arc">
              <a:avLst>
                <a:gd fmla="val 12413905" name="adj1"/>
                <a:gd fmla="val 20023999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1111750" y="2278050"/>
              <a:ext cx="587400" cy="5874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39" name="Google Shape;139;p8"/>
            <p:cNvSpPr/>
            <p:nvPr/>
          </p:nvSpPr>
          <p:spPr>
            <a:xfrm>
              <a:off x="2535025" y="384000"/>
              <a:ext cx="587400" cy="5874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0" name="Google Shape;140;p8"/>
            <p:cNvSpPr/>
            <p:nvPr/>
          </p:nvSpPr>
          <p:spPr>
            <a:xfrm>
              <a:off x="6142273" y="4078071"/>
              <a:ext cx="587400" cy="5874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1" name="Google Shape;141;p8"/>
            <p:cNvSpPr/>
            <p:nvPr/>
          </p:nvSpPr>
          <p:spPr>
            <a:xfrm>
              <a:off x="7262625" y="1194175"/>
              <a:ext cx="587400" cy="5874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42" name="Google Shape;142;p8"/>
          <p:cNvSpPr/>
          <p:nvPr/>
        </p:nvSpPr>
        <p:spPr>
          <a:xfrm>
            <a:off x="2296450" y="286150"/>
            <a:ext cx="4571100" cy="45711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6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43" name="Google Shape;143;p8"/>
          <p:cNvSpPr txBox="1"/>
          <p:nvPr>
            <p:ph idx="1" type="subTitle"/>
          </p:nvPr>
        </p:nvSpPr>
        <p:spPr>
          <a:xfrm>
            <a:off x="3212350" y="1345755"/>
            <a:ext cx="2719200" cy="23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4" name="Google Shape;144;p8"/>
          <p:cNvSpPr txBox="1"/>
          <p:nvPr>
            <p:ph type="title"/>
          </p:nvPr>
        </p:nvSpPr>
        <p:spPr>
          <a:xfrm>
            <a:off x="2659075" y="1755300"/>
            <a:ext cx="3849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p8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6" name="Google Shape;146;p8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" name="Google Shape;147;p8"/>
          <p:cNvSpPr txBox="1"/>
          <p:nvPr>
            <p:ph idx="2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8" name="Google Shape;148;p8"/>
          <p:cNvSpPr txBox="1"/>
          <p:nvPr>
            <p:ph idx="3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CUSTOM_6">
    <p:bg>
      <p:bgPr>
        <a:solidFill>
          <a:schemeClr val="dk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"/>
          <p:cNvSpPr txBox="1"/>
          <p:nvPr>
            <p:ph type="title"/>
          </p:nvPr>
        </p:nvSpPr>
        <p:spPr>
          <a:xfrm>
            <a:off x="436725" y="4094025"/>
            <a:ext cx="6272100" cy="587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151" name="Google Shape;151;p9"/>
          <p:cNvGrpSpPr/>
          <p:nvPr/>
        </p:nvGrpSpPr>
        <p:grpSpPr>
          <a:xfrm>
            <a:off x="-2117000" y="-4069732"/>
            <a:ext cx="11860804" cy="6909318"/>
            <a:chOff x="-2117000" y="-4069732"/>
            <a:chExt cx="11860804" cy="6909318"/>
          </a:xfrm>
        </p:grpSpPr>
        <p:sp>
          <p:nvSpPr>
            <p:cNvPr id="152" name="Google Shape;152;p9"/>
            <p:cNvSpPr/>
            <p:nvPr/>
          </p:nvSpPr>
          <p:spPr>
            <a:xfrm rot="5400000">
              <a:off x="-2117000" y="-4069732"/>
              <a:ext cx="6909300" cy="6909300"/>
            </a:xfrm>
            <a:prstGeom prst="arc">
              <a:avLst>
                <a:gd fmla="val 16801206" name="adj1"/>
                <a:gd fmla="val 1381974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53" name="Google Shape;153;p9"/>
            <p:cNvSpPr/>
            <p:nvPr/>
          </p:nvSpPr>
          <p:spPr>
            <a:xfrm rot="5400000">
              <a:off x="-947044" y="-2903156"/>
              <a:ext cx="4569000" cy="4569300"/>
            </a:xfrm>
            <a:prstGeom prst="arc">
              <a:avLst>
                <a:gd fmla="val 17122104" name="adj1"/>
                <a:gd fmla="val 2180126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cxnSp>
          <p:nvCxnSpPr>
            <p:cNvPr id="154" name="Google Shape;154;p9"/>
            <p:cNvCxnSpPr/>
            <p:nvPr/>
          </p:nvCxnSpPr>
          <p:spPr>
            <a:xfrm rot="10800000">
              <a:off x="1342860" y="1664508"/>
              <a:ext cx="78027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5" name="Google Shape;155;p9"/>
            <p:cNvCxnSpPr/>
            <p:nvPr/>
          </p:nvCxnSpPr>
          <p:spPr>
            <a:xfrm rot="10800000">
              <a:off x="-3240" y="489535"/>
              <a:ext cx="91488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56" name="Google Shape;156;p9"/>
            <p:cNvSpPr/>
            <p:nvPr/>
          </p:nvSpPr>
          <p:spPr>
            <a:xfrm rot="10800000">
              <a:off x="8568704" y="489425"/>
              <a:ext cx="1175100" cy="1175100"/>
            </a:xfrm>
            <a:prstGeom prst="arc">
              <a:avLst>
                <a:gd fmla="val 16292481" name="adj1"/>
                <a:gd fmla="val 5314968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755567" y="1664486"/>
              <a:ext cx="1175100" cy="1175100"/>
            </a:xfrm>
            <a:prstGeom prst="arc">
              <a:avLst>
                <a:gd fmla="val 16200000" name="adj1"/>
                <a:gd fmla="val 15996049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58" name="Google Shape;158;p9"/>
            <p:cNvSpPr/>
            <p:nvPr/>
          </p:nvSpPr>
          <p:spPr>
            <a:xfrm rot="5400000">
              <a:off x="3571223" y="-685459"/>
              <a:ext cx="1175100" cy="1175100"/>
            </a:xfrm>
            <a:prstGeom prst="arc">
              <a:avLst>
                <a:gd fmla="val 16691316" name="adj1"/>
                <a:gd fmla="val 4902631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59" name="Google Shape;159;p9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60" name="Google Shape;160;p9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" name="Google Shape;161;p9"/>
          <p:cNvSpPr txBox="1"/>
          <p:nvPr>
            <p:ph idx="1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2" name="Google Shape;162;p9"/>
          <p:cNvSpPr txBox="1"/>
          <p:nvPr>
            <p:ph idx="2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">
  <p:cSld name="CUSTOM_8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0"/>
          <p:cNvSpPr txBox="1"/>
          <p:nvPr>
            <p:ph idx="1" type="subTitle"/>
          </p:nvPr>
        </p:nvSpPr>
        <p:spPr>
          <a:xfrm>
            <a:off x="5066225" y="814799"/>
            <a:ext cx="27192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5" name="Google Shape;165;p10"/>
          <p:cNvSpPr txBox="1"/>
          <p:nvPr>
            <p:ph type="title"/>
          </p:nvPr>
        </p:nvSpPr>
        <p:spPr>
          <a:xfrm>
            <a:off x="5066600" y="1213483"/>
            <a:ext cx="3552300" cy="1927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6" name="Google Shape;166;p10"/>
          <p:cNvSpPr txBox="1"/>
          <p:nvPr>
            <p:ph idx="2" type="subTitle"/>
          </p:nvPr>
        </p:nvSpPr>
        <p:spPr>
          <a:xfrm>
            <a:off x="5066225" y="4125124"/>
            <a:ext cx="27192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7" name="Google Shape;167;p10"/>
          <p:cNvSpPr txBox="1"/>
          <p:nvPr>
            <p:ph idx="3" type="subTitle"/>
          </p:nvPr>
        </p:nvSpPr>
        <p:spPr>
          <a:xfrm>
            <a:off x="2423700" y="1344300"/>
            <a:ext cx="1619100" cy="75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8" name="Google Shape;168;p10"/>
          <p:cNvSpPr txBox="1"/>
          <p:nvPr>
            <p:ph idx="4" type="subTitle"/>
          </p:nvPr>
        </p:nvSpPr>
        <p:spPr>
          <a:xfrm>
            <a:off x="2423700" y="3090650"/>
            <a:ext cx="1619100" cy="750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9" name="Google Shape;169;p10"/>
          <p:cNvSpPr txBox="1"/>
          <p:nvPr>
            <p:ph idx="5" type="subTitle"/>
          </p:nvPr>
        </p:nvSpPr>
        <p:spPr>
          <a:xfrm>
            <a:off x="436725" y="1344300"/>
            <a:ext cx="1619100" cy="75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0" name="Google Shape;170;p10"/>
          <p:cNvSpPr txBox="1"/>
          <p:nvPr>
            <p:ph idx="6" type="subTitle"/>
          </p:nvPr>
        </p:nvSpPr>
        <p:spPr>
          <a:xfrm>
            <a:off x="436725" y="3090650"/>
            <a:ext cx="1619100" cy="750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1" name="Google Shape;171;p10"/>
          <p:cNvSpPr txBox="1"/>
          <p:nvPr>
            <p:ph idx="7" type="subTitle"/>
          </p:nvPr>
        </p:nvSpPr>
        <p:spPr>
          <a:xfrm>
            <a:off x="2423700" y="794135"/>
            <a:ext cx="1619100" cy="32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172" name="Google Shape;172;p10"/>
          <p:cNvSpPr txBox="1"/>
          <p:nvPr>
            <p:ph idx="8" type="subTitle"/>
          </p:nvPr>
        </p:nvSpPr>
        <p:spPr>
          <a:xfrm>
            <a:off x="436725" y="794135"/>
            <a:ext cx="1619100" cy="32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173" name="Google Shape;173;p10"/>
          <p:cNvSpPr txBox="1"/>
          <p:nvPr>
            <p:ph idx="9" type="subTitle"/>
          </p:nvPr>
        </p:nvSpPr>
        <p:spPr>
          <a:xfrm>
            <a:off x="2423700" y="4256460"/>
            <a:ext cx="1619100" cy="32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174" name="Google Shape;174;p10"/>
          <p:cNvSpPr txBox="1"/>
          <p:nvPr>
            <p:ph idx="13" type="subTitle"/>
          </p:nvPr>
        </p:nvSpPr>
        <p:spPr>
          <a:xfrm>
            <a:off x="436725" y="4256460"/>
            <a:ext cx="1619100" cy="32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 Medium"/>
              <a:buNone/>
              <a:defRPr sz="10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175" name="Google Shape;175;p10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6" name="Google Shape;176;p10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10"/>
          <p:cNvSpPr txBox="1"/>
          <p:nvPr>
            <p:ph idx="14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8" name="Google Shape;178;p10"/>
          <p:cNvSpPr txBox="1"/>
          <p:nvPr>
            <p:ph idx="15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 - Alt 1">
  <p:cSld name="CUSTOM_8_1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/>
          <p:nvPr>
            <p:ph idx="1" type="subTitle"/>
          </p:nvPr>
        </p:nvSpPr>
        <p:spPr>
          <a:xfrm>
            <a:off x="6446974" y="814800"/>
            <a:ext cx="22320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1" name="Google Shape;181;p11"/>
          <p:cNvSpPr txBox="1"/>
          <p:nvPr>
            <p:ph type="title"/>
          </p:nvPr>
        </p:nvSpPr>
        <p:spPr>
          <a:xfrm>
            <a:off x="6447214" y="1213484"/>
            <a:ext cx="2232000" cy="1927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2" name="Google Shape;182;p11"/>
          <p:cNvSpPr txBox="1"/>
          <p:nvPr>
            <p:ph idx="2" type="subTitle"/>
          </p:nvPr>
        </p:nvSpPr>
        <p:spPr>
          <a:xfrm>
            <a:off x="6446978" y="4125125"/>
            <a:ext cx="17085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3" name="Google Shape;183;p11"/>
          <p:cNvSpPr txBox="1"/>
          <p:nvPr>
            <p:ph idx="3" type="subTitle"/>
          </p:nvPr>
        </p:nvSpPr>
        <p:spPr>
          <a:xfrm>
            <a:off x="436725" y="814800"/>
            <a:ext cx="41823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4" name="Google Shape;184;p11"/>
          <p:cNvSpPr txBox="1"/>
          <p:nvPr>
            <p:ph idx="4" type="title"/>
          </p:nvPr>
        </p:nvSpPr>
        <p:spPr>
          <a:xfrm>
            <a:off x="436725" y="1231825"/>
            <a:ext cx="41823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85" name="Google Shape;185;p11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6" name="Google Shape;186;p11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7" name="Google Shape;187;p11"/>
          <p:cNvSpPr txBox="1"/>
          <p:nvPr>
            <p:ph idx="5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8" name="Google Shape;188;p11"/>
          <p:cNvSpPr txBox="1"/>
          <p:nvPr>
            <p:ph idx="6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 - Alt 2">
  <p:cSld name="CUSTOM_8_1_1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"/>
          <p:cNvSpPr txBox="1"/>
          <p:nvPr>
            <p:ph idx="1" type="subTitle"/>
          </p:nvPr>
        </p:nvSpPr>
        <p:spPr>
          <a:xfrm>
            <a:off x="436600" y="3909000"/>
            <a:ext cx="1708500" cy="7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1" name="Google Shape;191;p12"/>
          <p:cNvSpPr txBox="1"/>
          <p:nvPr>
            <p:ph idx="2" type="subTitle"/>
          </p:nvPr>
        </p:nvSpPr>
        <p:spPr>
          <a:xfrm>
            <a:off x="3027400" y="3909000"/>
            <a:ext cx="1708500" cy="7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92" name="Google Shape;192;p12"/>
          <p:cNvGrpSpPr/>
          <p:nvPr/>
        </p:nvGrpSpPr>
        <p:grpSpPr>
          <a:xfrm flipH="1">
            <a:off x="5903161" y="2597462"/>
            <a:ext cx="6916230" cy="6916230"/>
            <a:chOff x="-3059650" y="1891300"/>
            <a:chExt cx="7160400" cy="7160400"/>
          </a:xfrm>
        </p:grpSpPr>
        <p:sp>
          <p:nvSpPr>
            <p:cNvPr id="193" name="Google Shape;193;p12"/>
            <p:cNvSpPr/>
            <p:nvPr/>
          </p:nvSpPr>
          <p:spPr>
            <a:xfrm flipH="1" rot="5400000">
              <a:off x="-3059650" y="1891300"/>
              <a:ext cx="7160400" cy="7160400"/>
            </a:xfrm>
            <a:prstGeom prst="arc">
              <a:avLst>
                <a:gd fmla="val 17100715" name="adj1"/>
                <a:gd fmla="val 21393444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94" name="Google Shape;194;p12"/>
            <p:cNvSpPr/>
            <p:nvPr/>
          </p:nvSpPr>
          <p:spPr>
            <a:xfrm flipH="1" rot="5400000">
              <a:off x="-1851199" y="3109695"/>
              <a:ext cx="4734900" cy="4735200"/>
            </a:xfrm>
            <a:prstGeom prst="arc">
              <a:avLst>
                <a:gd fmla="val 17607113" name="adj1"/>
                <a:gd fmla="val 21289676" name="adj2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95" name="Google Shape;195;p12"/>
            <p:cNvSpPr/>
            <p:nvPr/>
          </p:nvSpPr>
          <p:spPr>
            <a:xfrm>
              <a:off x="1239430" y="2205756"/>
              <a:ext cx="1218600" cy="1218600"/>
            </a:xfrm>
            <a:prstGeom prst="ellipse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96" name="Google Shape;196;p12"/>
          <p:cNvSpPr txBox="1"/>
          <p:nvPr>
            <p:ph idx="3" type="subTitle"/>
          </p:nvPr>
        </p:nvSpPr>
        <p:spPr>
          <a:xfrm>
            <a:off x="6446978" y="814800"/>
            <a:ext cx="17085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7" name="Google Shape;197;p12"/>
          <p:cNvSpPr txBox="1"/>
          <p:nvPr>
            <p:ph type="title"/>
          </p:nvPr>
        </p:nvSpPr>
        <p:spPr>
          <a:xfrm>
            <a:off x="6447225" y="1213482"/>
            <a:ext cx="22320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98" name="Google Shape;198;p12"/>
          <p:cNvCxnSpPr/>
          <p:nvPr/>
        </p:nvCxnSpPr>
        <p:spPr>
          <a:xfrm>
            <a:off x="5985025" y="-13225"/>
            <a:ext cx="0" cy="5159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12"/>
          <p:cNvSpPr txBox="1"/>
          <p:nvPr>
            <p:ph idx="4" type="subTitle"/>
          </p:nvPr>
        </p:nvSpPr>
        <p:spPr>
          <a:xfrm>
            <a:off x="436725" y="814800"/>
            <a:ext cx="41823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0" name="Google Shape;200;p12"/>
          <p:cNvSpPr txBox="1"/>
          <p:nvPr>
            <p:ph idx="5" type="title"/>
          </p:nvPr>
        </p:nvSpPr>
        <p:spPr>
          <a:xfrm>
            <a:off x="436725" y="1231825"/>
            <a:ext cx="41823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01" name="Google Shape;201;p12"/>
          <p:cNvSpPr txBox="1"/>
          <p:nvPr>
            <p:ph idx="6" type="subTitle"/>
          </p:nvPr>
        </p:nvSpPr>
        <p:spPr>
          <a:xfrm>
            <a:off x="436725" y="1961991"/>
            <a:ext cx="4182300" cy="105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2" name="Google Shape;202;p12"/>
          <p:cNvSpPr txBox="1"/>
          <p:nvPr>
            <p:ph idx="7" type="subTitle"/>
          </p:nvPr>
        </p:nvSpPr>
        <p:spPr>
          <a:xfrm>
            <a:off x="436725" y="3205792"/>
            <a:ext cx="41823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3" name="Google Shape;203;p12"/>
          <p:cNvSpPr txBox="1"/>
          <p:nvPr>
            <p:ph idx="8" type="subTitle"/>
          </p:nvPr>
        </p:nvSpPr>
        <p:spPr>
          <a:xfrm>
            <a:off x="436725" y="3686700"/>
            <a:ext cx="17085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04" name="Google Shape;204;p12"/>
          <p:cNvSpPr txBox="1"/>
          <p:nvPr>
            <p:ph idx="9" type="subTitle"/>
          </p:nvPr>
        </p:nvSpPr>
        <p:spPr>
          <a:xfrm>
            <a:off x="3027525" y="3686700"/>
            <a:ext cx="17085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05" name="Google Shape;205;p12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6" name="Google Shape;206;p12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Google Shape;207;p12"/>
          <p:cNvSpPr txBox="1"/>
          <p:nvPr>
            <p:ph idx="13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8" name="Google Shape;208;p12"/>
          <p:cNvSpPr txBox="1"/>
          <p:nvPr>
            <p:ph idx="14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 - Alt 3">
  <p:cSld name="CUSTOM_8_1_1_1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"/>
          <p:cNvSpPr txBox="1"/>
          <p:nvPr>
            <p:ph idx="1" type="subTitle"/>
          </p:nvPr>
        </p:nvSpPr>
        <p:spPr>
          <a:xfrm>
            <a:off x="6446974" y="814800"/>
            <a:ext cx="2220000" cy="247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1" name="Google Shape;211;p13"/>
          <p:cNvSpPr txBox="1"/>
          <p:nvPr>
            <p:ph idx="2" type="subTitle"/>
          </p:nvPr>
        </p:nvSpPr>
        <p:spPr>
          <a:xfrm>
            <a:off x="436725" y="814800"/>
            <a:ext cx="41823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2" name="Google Shape;212;p13"/>
          <p:cNvSpPr txBox="1"/>
          <p:nvPr>
            <p:ph type="title"/>
          </p:nvPr>
        </p:nvSpPr>
        <p:spPr>
          <a:xfrm>
            <a:off x="436725" y="1231825"/>
            <a:ext cx="41823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13" name="Google Shape;213;p13"/>
          <p:cNvSpPr txBox="1"/>
          <p:nvPr>
            <p:ph idx="3" type="subTitle"/>
          </p:nvPr>
        </p:nvSpPr>
        <p:spPr>
          <a:xfrm>
            <a:off x="436725" y="1961998"/>
            <a:ext cx="4182300" cy="80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4" name="Google Shape;214;p13"/>
          <p:cNvSpPr txBox="1"/>
          <p:nvPr>
            <p:ph idx="4" type="subTitle"/>
          </p:nvPr>
        </p:nvSpPr>
        <p:spPr>
          <a:xfrm>
            <a:off x="436725" y="3219125"/>
            <a:ext cx="21864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15" name="Google Shape;215;p13"/>
          <p:cNvSpPr txBox="1"/>
          <p:nvPr>
            <p:ph idx="5" type="subTitle"/>
          </p:nvPr>
        </p:nvSpPr>
        <p:spPr>
          <a:xfrm>
            <a:off x="436725" y="3706675"/>
            <a:ext cx="2186400" cy="105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6" name="Google Shape;216;p13"/>
          <p:cNvSpPr txBox="1"/>
          <p:nvPr>
            <p:ph idx="6" type="subTitle"/>
          </p:nvPr>
        </p:nvSpPr>
        <p:spPr>
          <a:xfrm>
            <a:off x="3472800" y="3219125"/>
            <a:ext cx="21864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 Medium"/>
              <a:buNone/>
              <a:defRPr sz="1200">
                <a:solidFill>
                  <a:schemeClr val="dk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17" name="Google Shape;217;p13"/>
          <p:cNvSpPr txBox="1"/>
          <p:nvPr>
            <p:ph idx="7" type="subTitle"/>
          </p:nvPr>
        </p:nvSpPr>
        <p:spPr>
          <a:xfrm>
            <a:off x="3472800" y="3706675"/>
            <a:ext cx="2186400" cy="105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8" name="Google Shape;218;p13"/>
          <p:cNvSpPr txBox="1"/>
          <p:nvPr>
            <p:ph idx="8" type="subTitle"/>
          </p:nvPr>
        </p:nvSpPr>
        <p:spPr>
          <a:xfrm>
            <a:off x="6702724" y="1605750"/>
            <a:ext cx="17085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 Medium"/>
              <a:buNone/>
              <a:defRPr sz="10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19" name="Google Shape;219;p13"/>
          <p:cNvSpPr txBox="1"/>
          <p:nvPr>
            <p:ph idx="9" type="subTitle"/>
          </p:nvPr>
        </p:nvSpPr>
        <p:spPr>
          <a:xfrm>
            <a:off x="6702724" y="1751007"/>
            <a:ext cx="1708500" cy="83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IBM Plex Sans"/>
              <a:buNone/>
              <a:defRPr sz="6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0" name="Google Shape;220;p13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1" name="Google Shape;221;p13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2" name="Google Shape;222;p13"/>
          <p:cNvSpPr txBox="1"/>
          <p:nvPr>
            <p:ph idx="13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3" name="Google Shape;223;p13"/>
          <p:cNvSpPr txBox="1"/>
          <p:nvPr>
            <p:ph idx="14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CUSTOM">
    <p:bg>
      <p:bgPr>
        <a:solidFill>
          <a:schemeClr val="dk2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4"/>
          <p:cNvSpPr/>
          <p:nvPr/>
        </p:nvSpPr>
        <p:spPr>
          <a:xfrm>
            <a:off x="6411926" y="2539080"/>
            <a:ext cx="495900" cy="495600"/>
          </a:xfrm>
          <a:prstGeom prst="ellipse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1600">
              <a:solidFill>
                <a:schemeClr val="accent4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436801" y="2539080"/>
            <a:ext cx="495900" cy="495600"/>
          </a:xfrm>
          <a:prstGeom prst="ellipse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1600">
              <a:solidFill>
                <a:schemeClr val="accent4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3487789" y="2539080"/>
            <a:ext cx="495900" cy="495600"/>
          </a:xfrm>
          <a:prstGeom prst="ellipse">
            <a:avLst/>
          </a:prstGeom>
          <a:noFill/>
          <a:ln cap="flat" cmpd="sng" w="95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" sz="1600">
                <a:solidFill>
                  <a:schemeClr val="accent4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1600">
              <a:solidFill>
                <a:schemeClr val="accent4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28" name="Google Shape;228;p14"/>
          <p:cNvSpPr txBox="1"/>
          <p:nvPr>
            <p:ph idx="1" type="subTitle"/>
          </p:nvPr>
        </p:nvSpPr>
        <p:spPr>
          <a:xfrm>
            <a:off x="436725" y="3189775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9" name="Google Shape;229;p14"/>
          <p:cNvSpPr txBox="1"/>
          <p:nvPr>
            <p:ph idx="2" type="subTitle"/>
          </p:nvPr>
        </p:nvSpPr>
        <p:spPr>
          <a:xfrm>
            <a:off x="3490450" y="3189775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0" name="Google Shape;230;p14"/>
          <p:cNvSpPr txBox="1"/>
          <p:nvPr>
            <p:ph idx="3" type="subTitle"/>
          </p:nvPr>
        </p:nvSpPr>
        <p:spPr>
          <a:xfrm>
            <a:off x="6424500" y="3189775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1" name="Google Shape;231;p14"/>
          <p:cNvSpPr txBox="1"/>
          <p:nvPr>
            <p:ph idx="4" type="subTitle"/>
          </p:nvPr>
        </p:nvSpPr>
        <p:spPr>
          <a:xfrm>
            <a:off x="436725" y="814797"/>
            <a:ext cx="27192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2" name="Google Shape;232;p14"/>
          <p:cNvSpPr txBox="1"/>
          <p:nvPr>
            <p:ph type="title"/>
          </p:nvPr>
        </p:nvSpPr>
        <p:spPr>
          <a:xfrm>
            <a:off x="436725" y="1231825"/>
            <a:ext cx="5552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3" name="Google Shape;233;p14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34" name="Google Shape;234;p14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5" name="Google Shape;235;p14"/>
          <p:cNvSpPr txBox="1"/>
          <p:nvPr>
            <p:ph idx="5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6" name="Google Shape;236;p14"/>
          <p:cNvSpPr txBox="1"/>
          <p:nvPr>
            <p:ph idx="6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7" name="Google Shape;237;p14"/>
          <p:cNvSpPr txBox="1"/>
          <p:nvPr>
            <p:ph idx="7" type="body"/>
          </p:nvPr>
        </p:nvSpPr>
        <p:spPr>
          <a:xfrm>
            <a:off x="436800" y="3844323"/>
            <a:ext cx="2366700" cy="83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14"/>
          <p:cNvSpPr txBox="1"/>
          <p:nvPr>
            <p:ph idx="8" type="body"/>
          </p:nvPr>
        </p:nvSpPr>
        <p:spPr>
          <a:xfrm>
            <a:off x="3490438" y="3844323"/>
            <a:ext cx="2366700" cy="83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14"/>
          <p:cNvSpPr txBox="1"/>
          <p:nvPr>
            <p:ph idx="9" type="body"/>
          </p:nvPr>
        </p:nvSpPr>
        <p:spPr>
          <a:xfrm>
            <a:off x="6411925" y="3844323"/>
            <a:ext cx="2366700" cy="83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">
  <p:cSld name="CUSTOM_7">
    <p:bg>
      <p:bgPr>
        <a:solidFill>
          <a:schemeClr val="dk2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5"/>
          <p:cNvSpPr txBox="1"/>
          <p:nvPr>
            <p:ph type="title"/>
          </p:nvPr>
        </p:nvSpPr>
        <p:spPr>
          <a:xfrm>
            <a:off x="436725" y="457200"/>
            <a:ext cx="8230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2" name="Google Shape;242;p15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3" name="Google Shape;243;p15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4" name="Google Shape;244;p15"/>
          <p:cNvSpPr txBox="1"/>
          <p:nvPr>
            <p:ph idx="1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5" name="Google Shape;245;p15"/>
          <p:cNvSpPr txBox="1"/>
          <p:nvPr>
            <p:ph idx="2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3">
  <p:cSld name="CUSTOM_1">
    <p:bg>
      <p:bgPr>
        <a:solidFill>
          <a:schemeClr val="dk2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"/>
          <p:cNvSpPr txBox="1"/>
          <p:nvPr>
            <p:ph idx="1" type="subTitle"/>
          </p:nvPr>
        </p:nvSpPr>
        <p:spPr>
          <a:xfrm>
            <a:off x="436725" y="2484131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type="title"/>
          </p:nvPr>
        </p:nvSpPr>
        <p:spPr>
          <a:xfrm>
            <a:off x="436725" y="1231825"/>
            <a:ext cx="5552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2" type="subTitle"/>
          </p:nvPr>
        </p:nvSpPr>
        <p:spPr>
          <a:xfrm>
            <a:off x="436725" y="3828397"/>
            <a:ext cx="23667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50" name="Google Shape;250;p16"/>
          <p:cNvSpPr txBox="1"/>
          <p:nvPr>
            <p:ph idx="3" type="subTitle"/>
          </p:nvPr>
        </p:nvSpPr>
        <p:spPr>
          <a:xfrm>
            <a:off x="3431950" y="2484131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16"/>
          <p:cNvSpPr txBox="1"/>
          <p:nvPr>
            <p:ph idx="4" type="subTitle"/>
          </p:nvPr>
        </p:nvSpPr>
        <p:spPr>
          <a:xfrm>
            <a:off x="3431950" y="3828397"/>
            <a:ext cx="23667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52" name="Google Shape;252;p16"/>
          <p:cNvSpPr txBox="1"/>
          <p:nvPr>
            <p:ph idx="5" type="subTitle"/>
          </p:nvPr>
        </p:nvSpPr>
        <p:spPr>
          <a:xfrm>
            <a:off x="6368675" y="2484131"/>
            <a:ext cx="23667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3" name="Google Shape;253;p16"/>
          <p:cNvSpPr txBox="1"/>
          <p:nvPr>
            <p:ph idx="6" type="subTitle"/>
          </p:nvPr>
        </p:nvSpPr>
        <p:spPr>
          <a:xfrm>
            <a:off x="6368675" y="3828397"/>
            <a:ext cx="23667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subTitle"/>
          </p:nvPr>
        </p:nvSpPr>
        <p:spPr>
          <a:xfrm>
            <a:off x="436725" y="814799"/>
            <a:ext cx="271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56" name="Google Shape;256;p16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7" name="Google Shape;257;p16"/>
          <p:cNvSpPr txBox="1"/>
          <p:nvPr>
            <p:ph idx="8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8" name="Google Shape;258;p16"/>
          <p:cNvSpPr txBox="1"/>
          <p:nvPr>
            <p:ph idx="9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9" name="Google Shape;259;p16"/>
          <p:cNvSpPr txBox="1"/>
          <p:nvPr>
            <p:ph idx="13" type="body"/>
          </p:nvPr>
        </p:nvSpPr>
        <p:spPr>
          <a:xfrm>
            <a:off x="436800" y="4347850"/>
            <a:ext cx="2366700" cy="33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0" name="Google Shape;260;p16"/>
          <p:cNvSpPr txBox="1"/>
          <p:nvPr>
            <p:ph idx="14" type="body"/>
          </p:nvPr>
        </p:nvSpPr>
        <p:spPr>
          <a:xfrm>
            <a:off x="3490438" y="4347850"/>
            <a:ext cx="2366700" cy="33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16"/>
          <p:cNvSpPr txBox="1"/>
          <p:nvPr>
            <p:ph idx="15" type="body"/>
          </p:nvPr>
        </p:nvSpPr>
        <p:spPr>
          <a:xfrm>
            <a:off x="6411925" y="4347850"/>
            <a:ext cx="2366700" cy="33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4">
  <p:cSld name="CUSTOM_9">
    <p:bg>
      <p:bgPr>
        <a:solidFill>
          <a:schemeClr val="lt2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7"/>
          <p:cNvSpPr txBox="1"/>
          <p:nvPr>
            <p:ph type="title"/>
          </p:nvPr>
        </p:nvSpPr>
        <p:spPr>
          <a:xfrm>
            <a:off x="436725" y="1231825"/>
            <a:ext cx="5552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4" name="Google Shape;264;p17"/>
          <p:cNvSpPr txBox="1"/>
          <p:nvPr>
            <p:ph idx="1" type="subTitle"/>
          </p:nvPr>
        </p:nvSpPr>
        <p:spPr>
          <a:xfrm>
            <a:off x="436725" y="4173075"/>
            <a:ext cx="2451300" cy="51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5" name="Google Shape;265;p17"/>
          <p:cNvSpPr txBox="1"/>
          <p:nvPr>
            <p:ph idx="2" type="subTitle"/>
          </p:nvPr>
        </p:nvSpPr>
        <p:spPr>
          <a:xfrm>
            <a:off x="3360229" y="4173075"/>
            <a:ext cx="2451300" cy="51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6" name="Google Shape;266;p17"/>
          <p:cNvSpPr txBox="1"/>
          <p:nvPr>
            <p:ph idx="3" type="subTitle"/>
          </p:nvPr>
        </p:nvSpPr>
        <p:spPr>
          <a:xfrm>
            <a:off x="6420029" y="4173075"/>
            <a:ext cx="2451300" cy="51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7" name="Google Shape;267;p17"/>
          <p:cNvSpPr txBox="1"/>
          <p:nvPr>
            <p:ph idx="4" type="subTitle"/>
          </p:nvPr>
        </p:nvSpPr>
        <p:spPr>
          <a:xfrm>
            <a:off x="436725" y="814799"/>
            <a:ext cx="271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17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9" name="Google Shape;269;p17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0" name="Google Shape;270;p17"/>
          <p:cNvSpPr txBox="1"/>
          <p:nvPr>
            <p:ph idx="5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6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 - Alt 6">
  <p:cSld name="CUSTOM_11">
    <p:bg>
      <p:bgPr>
        <a:solidFill>
          <a:schemeClr val="lt2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8"/>
          <p:cNvSpPr txBox="1"/>
          <p:nvPr>
            <p:ph idx="1" type="subTitle"/>
          </p:nvPr>
        </p:nvSpPr>
        <p:spPr>
          <a:xfrm>
            <a:off x="6600775" y="2561222"/>
            <a:ext cx="1877400" cy="48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4" name="Google Shape;274;p18"/>
          <p:cNvSpPr txBox="1"/>
          <p:nvPr>
            <p:ph idx="2" type="body"/>
          </p:nvPr>
        </p:nvSpPr>
        <p:spPr>
          <a:xfrm>
            <a:off x="3479850" y="4132200"/>
            <a:ext cx="2271000" cy="778200"/>
          </a:xfrm>
          <a:prstGeom prst="rect">
            <a:avLst/>
          </a:prstGeom>
        </p:spPr>
        <p:txBody>
          <a:bodyPr anchorCtr="0" anchor="b" bIns="91425" lIns="0" spcFirstLastPara="1" rIns="0" wrap="square" tIns="0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5" name="Google Shape;275;p18"/>
          <p:cNvSpPr txBox="1"/>
          <p:nvPr>
            <p:ph idx="3" type="subTitle"/>
          </p:nvPr>
        </p:nvSpPr>
        <p:spPr>
          <a:xfrm>
            <a:off x="440575" y="2672701"/>
            <a:ext cx="23667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6" name="Google Shape;276;p18"/>
          <p:cNvSpPr txBox="1"/>
          <p:nvPr>
            <p:ph idx="4" type="body"/>
          </p:nvPr>
        </p:nvSpPr>
        <p:spPr>
          <a:xfrm>
            <a:off x="436800" y="3140767"/>
            <a:ext cx="2366700" cy="17715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●"/>
              <a:defRPr>
                <a:solidFill>
                  <a:schemeClr val="lt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○"/>
              <a:defRPr>
                <a:solidFill>
                  <a:schemeClr val="lt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7" name="Google Shape;277;p18"/>
          <p:cNvSpPr txBox="1"/>
          <p:nvPr>
            <p:ph idx="5" type="subTitle"/>
          </p:nvPr>
        </p:nvSpPr>
        <p:spPr>
          <a:xfrm>
            <a:off x="3633300" y="3251650"/>
            <a:ext cx="18774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8" name="Google Shape;278;p18"/>
          <p:cNvSpPr txBox="1"/>
          <p:nvPr>
            <p:ph idx="6" type="subTitle"/>
          </p:nvPr>
        </p:nvSpPr>
        <p:spPr>
          <a:xfrm>
            <a:off x="6600775" y="3251650"/>
            <a:ext cx="18774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9" name="Google Shape;279;p18"/>
          <p:cNvSpPr txBox="1"/>
          <p:nvPr>
            <p:ph idx="7" type="subTitle"/>
          </p:nvPr>
        </p:nvSpPr>
        <p:spPr>
          <a:xfrm>
            <a:off x="6600775" y="4569325"/>
            <a:ext cx="18774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  <a:defRPr sz="1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0" name="Google Shape;280;p18"/>
          <p:cNvSpPr txBox="1"/>
          <p:nvPr>
            <p:ph idx="8" type="subTitle"/>
          </p:nvPr>
        </p:nvSpPr>
        <p:spPr>
          <a:xfrm>
            <a:off x="3633300" y="2561222"/>
            <a:ext cx="1877400" cy="48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IBM Plex Sans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1" name="Google Shape;281;p18"/>
          <p:cNvSpPr txBox="1"/>
          <p:nvPr>
            <p:ph idx="9" type="subTitle"/>
          </p:nvPr>
        </p:nvSpPr>
        <p:spPr>
          <a:xfrm>
            <a:off x="436725" y="814800"/>
            <a:ext cx="41823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2" name="Google Shape;282;p18"/>
          <p:cNvSpPr txBox="1"/>
          <p:nvPr>
            <p:ph type="title"/>
          </p:nvPr>
        </p:nvSpPr>
        <p:spPr>
          <a:xfrm>
            <a:off x="436725" y="1231825"/>
            <a:ext cx="41823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18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84" name="Google Shape;284;p18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5" name="Google Shape;285;p18"/>
          <p:cNvSpPr txBox="1"/>
          <p:nvPr>
            <p:ph idx="13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6" name="Google Shape;286;p18"/>
          <p:cNvSpPr txBox="1"/>
          <p:nvPr>
            <p:ph idx="14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screen - Alt 8">
  <p:cSld name="CUSTOM_11_1_1">
    <p:bg>
      <p:bgPr>
        <a:solidFill>
          <a:schemeClr val="dk2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8" name="Google Shape;288;p19"/>
          <p:cNvCxnSpPr/>
          <p:nvPr/>
        </p:nvCxnSpPr>
        <p:spPr>
          <a:xfrm>
            <a:off x="3146975" y="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9" name="Google Shape;289;p19"/>
          <p:cNvSpPr txBox="1"/>
          <p:nvPr>
            <p:ph idx="1" type="subTitle"/>
          </p:nvPr>
        </p:nvSpPr>
        <p:spPr>
          <a:xfrm>
            <a:off x="436725" y="814800"/>
            <a:ext cx="23019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0" name="Google Shape;290;p19"/>
          <p:cNvSpPr txBox="1"/>
          <p:nvPr>
            <p:ph type="title"/>
          </p:nvPr>
        </p:nvSpPr>
        <p:spPr>
          <a:xfrm>
            <a:off x="436725" y="1231825"/>
            <a:ext cx="23019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1" name="Google Shape;291;p19"/>
          <p:cNvSpPr txBox="1"/>
          <p:nvPr>
            <p:ph idx="2" type="subTitle"/>
          </p:nvPr>
        </p:nvSpPr>
        <p:spPr>
          <a:xfrm>
            <a:off x="3687450" y="8148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92" name="Google Shape;292;p19"/>
          <p:cNvSpPr txBox="1"/>
          <p:nvPr>
            <p:ph idx="3" type="subTitle"/>
          </p:nvPr>
        </p:nvSpPr>
        <p:spPr>
          <a:xfrm>
            <a:off x="5948075" y="8148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93" name="Google Shape;293;p19"/>
          <p:cNvSpPr txBox="1"/>
          <p:nvPr>
            <p:ph idx="4" type="subTitle"/>
          </p:nvPr>
        </p:nvSpPr>
        <p:spPr>
          <a:xfrm>
            <a:off x="3687450" y="18351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94" name="Google Shape;294;p19"/>
          <p:cNvSpPr txBox="1"/>
          <p:nvPr>
            <p:ph idx="5" type="subTitle"/>
          </p:nvPr>
        </p:nvSpPr>
        <p:spPr>
          <a:xfrm>
            <a:off x="5948075" y="18351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95" name="Google Shape;295;p19"/>
          <p:cNvSpPr txBox="1"/>
          <p:nvPr>
            <p:ph idx="6" type="subTitle"/>
          </p:nvPr>
        </p:nvSpPr>
        <p:spPr>
          <a:xfrm>
            <a:off x="3687450" y="28554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96" name="Google Shape;296;p19"/>
          <p:cNvSpPr txBox="1"/>
          <p:nvPr>
            <p:ph idx="7" type="subTitle"/>
          </p:nvPr>
        </p:nvSpPr>
        <p:spPr>
          <a:xfrm>
            <a:off x="5948075" y="28554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97" name="Google Shape;297;p19"/>
          <p:cNvSpPr txBox="1"/>
          <p:nvPr>
            <p:ph idx="8" type="subTitle"/>
          </p:nvPr>
        </p:nvSpPr>
        <p:spPr>
          <a:xfrm>
            <a:off x="3687450" y="38757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/>
        </p:txBody>
      </p:sp>
      <p:sp>
        <p:nvSpPr>
          <p:cNvPr id="298" name="Google Shape;298;p19"/>
          <p:cNvSpPr txBox="1"/>
          <p:nvPr>
            <p:ph idx="9" type="subTitle"/>
          </p:nvPr>
        </p:nvSpPr>
        <p:spPr>
          <a:xfrm>
            <a:off x="5948075" y="38757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IBM Plex Sans"/>
              <a:buNone/>
              <a:defRPr sz="1000">
                <a:solidFill>
                  <a:schemeClr val="accent4"/>
                </a:solidFill>
              </a:defRPr>
            </a:lvl9pPr>
          </a:lstStyle>
          <a:p/>
        </p:txBody>
      </p:sp>
      <p:grpSp>
        <p:nvGrpSpPr>
          <p:cNvPr id="299" name="Google Shape;299;p19"/>
          <p:cNvGrpSpPr/>
          <p:nvPr/>
        </p:nvGrpSpPr>
        <p:grpSpPr>
          <a:xfrm>
            <a:off x="-2496534" y="3870995"/>
            <a:ext cx="6226684" cy="6226684"/>
            <a:chOff x="-3059650" y="1891300"/>
            <a:chExt cx="7160400" cy="7160400"/>
          </a:xfrm>
        </p:grpSpPr>
        <p:sp>
          <p:nvSpPr>
            <p:cNvPr id="300" name="Google Shape;300;p19"/>
            <p:cNvSpPr/>
            <p:nvPr/>
          </p:nvSpPr>
          <p:spPr>
            <a:xfrm flipH="1" rot="5400000">
              <a:off x="-3059650" y="1891300"/>
              <a:ext cx="7160400" cy="7160400"/>
            </a:xfrm>
            <a:prstGeom prst="arc">
              <a:avLst>
                <a:gd fmla="val 18371962" name="adj1"/>
                <a:gd fmla="val 692576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01" name="Google Shape;301;p19"/>
            <p:cNvSpPr/>
            <p:nvPr/>
          </p:nvSpPr>
          <p:spPr>
            <a:xfrm flipH="1" rot="5400000">
              <a:off x="-1851199" y="3109695"/>
              <a:ext cx="4734900" cy="4735200"/>
            </a:xfrm>
            <a:prstGeom prst="arc">
              <a:avLst>
                <a:gd fmla="val 20003341" name="adj1"/>
                <a:gd fmla="val 1051650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02" name="Google Shape;302;p19"/>
            <p:cNvSpPr/>
            <p:nvPr/>
          </p:nvSpPr>
          <p:spPr>
            <a:xfrm>
              <a:off x="558070" y="1959534"/>
              <a:ext cx="1218600" cy="1218600"/>
            </a:xfrm>
            <a:prstGeom prst="ellipse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303" name="Google Shape;303;p19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r"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04" name="Google Shape;304;p19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5" name="Google Shape;305;p19"/>
          <p:cNvSpPr txBox="1"/>
          <p:nvPr>
            <p:ph idx="13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19"/>
          <p:cNvSpPr txBox="1"/>
          <p:nvPr>
            <p:ph idx="14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IBM Plex Sans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- Alt 1">
  <p:cSld name="CUSTOM_12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>
            <p:ph type="title"/>
          </p:nvPr>
        </p:nvSpPr>
        <p:spPr>
          <a:xfrm>
            <a:off x="436725" y="1856744"/>
            <a:ext cx="4182300" cy="1726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6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9pPr>
          </a:lstStyle>
          <a:p/>
        </p:txBody>
      </p:sp>
      <p:sp>
        <p:nvSpPr>
          <p:cNvPr id="309" name="Google Shape;309;p20"/>
          <p:cNvSpPr txBox="1"/>
          <p:nvPr>
            <p:ph idx="1" type="subTitle"/>
          </p:nvPr>
        </p:nvSpPr>
        <p:spPr>
          <a:xfrm>
            <a:off x="436725" y="4040806"/>
            <a:ext cx="4346700" cy="45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10" name="Google Shape;310;p20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11" name="Google Shape;311;p20"/>
          <p:cNvGrpSpPr/>
          <p:nvPr/>
        </p:nvGrpSpPr>
        <p:grpSpPr>
          <a:xfrm>
            <a:off x="4617928" y="-2295175"/>
            <a:ext cx="8097623" cy="8097300"/>
            <a:chOff x="4617928" y="-2295175"/>
            <a:chExt cx="8097623" cy="8097300"/>
          </a:xfrm>
        </p:grpSpPr>
        <p:sp>
          <p:nvSpPr>
            <p:cNvPr id="312" name="Google Shape;312;p20"/>
            <p:cNvSpPr/>
            <p:nvPr/>
          </p:nvSpPr>
          <p:spPr>
            <a:xfrm rot="10800000">
              <a:off x="7966809" y="4424636"/>
              <a:ext cx="1375200" cy="1375500"/>
            </a:xfrm>
            <a:prstGeom prst="arc">
              <a:avLst>
                <a:gd fmla="val 21412732" name="adj1"/>
                <a:gd fmla="val 8118525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13" name="Google Shape;313;p20"/>
            <p:cNvSpPr/>
            <p:nvPr/>
          </p:nvSpPr>
          <p:spPr>
            <a:xfrm rot="10800000">
              <a:off x="4617928" y="981337"/>
              <a:ext cx="1377000" cy="1377000"/>
            </a:xfrm>
            <a:prstGeom prst="ellipse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14" name="Google Shape;314;p20"/>
            <p:cNvSpPr/>
            <p:nvPr/>
          </p:nvSpPr>
          <p:spPr>
            <a:xfrm rot="10800000">
              <a:off x="6503978" y="2402224"/>
              <a:ext cx="1377000" cy="1377000"/>
            </a:xfrm>
            <a:prstGeom prst="ellipse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15" name="Google Shape;315;p20"/>
            <p:cNvSpPr/>
            <p:nvPr/>
          </p:nvSpPr>
          <p:spPr>
            <a:xfrm rot="10800000">
              <a:off x="4618250" y="-2295175"/>
              <a:ext cx="8097300" cy="8097300"/>
            </a:xfrm>
            <a:prstGeom prst="arc">
              <a:avLst>
                <a:gd fmla="val 18189000" name="adj1"/>
                <a:gd fmla="val 1542736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16" name="Google Shape;316;p20"/>
            <p:cNvSpPr/>
            <p:nvPr/>
          </p:nvSpPr>
          <p:spPr>
            <a:xfrm rot="10800000">
              <a:off x="7371951" y="458150"/>
              <a:ext cx="2590200" cy="2590500"/>
            </a:xfrm>
            <a:prstGeom prst="arc">
              <a:avLst>
                <a:gd fmla="val 14906789" name="adj1"/>
                <a:gd fmla="val 6690754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17" name="Google Shape;317;p20"/>
            <p:cNvSpPr/>
            <p:nvPr/>
          </p:nvSpPr>
          <p:spPr>
            <a:xfrm rot="10800000">
              <a:off x="5993840" y="-923950"/>
              <a:ext cx="5354400" cy="5354700"/>
            </a:xfrm>
            <a:prstGeom prst="arc">
              <a:avLst>
                <a:gd fmla="val 15584619" name="adj1"/>
                <a:gd fmla="val 2466172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cxnSp>
        <p:nvCxnSpPr>
          <p:cNvPr id="318" name="Google Shape;318;p20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9" name="Google Shape;319;p20"/>
          <p:cNvSpPr txBox="1"/>
          <p:nvPr>
            <p:ph idx="2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20" name="Google Shape;320;p20"/>
          <p:cNvSpPr txBox="1"/>
          <p:nvPr>
            <p:ph idx="3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6_1"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1"/>
          <p:cNvSpPr txBox="1"/>
          <p:nvPr>
            <p:ph type="title"/>
          </p:nvPr>
        </p:nvSpPr>
        <p:spPr>
          <a:xfrm>
            <a:off x="436725" y="2781949"/>
            <a:ext cx="4182300" cy="784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6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600"/>
            </a:lvl9pPr>
          </a:lstStyle>
          <a:p/>
        </p:txBody>
      </p:sp>
      <p:sp>
        <p:nvSpPr>
          <p:cNvPr id="323" name="Google Shape;323;p21"/>
          <p:cNvSpPr txBox="1"/>
          <p:nvPr>
            <p:ph idx="12" type="sldNum"/>
          </p:nvPr>
        </p:nvSpPr>
        <p:spPr>
          <a:xfrm>
            <a:off x="8280600" y="228600"/>
            <a:ext cx="3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-5080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24" name="Google Shape;324;p21"/>
          <p:cNvCxnSpPr/>
          <p:nvPr/>
        </p:nvCxnSpPr>
        <p:spPr>
          <a:xfrm>
            <a:off x="8217600" y="233875"/>
            <a:ext cx="0" cy="99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5" name="Google Shape;325;p21"/>
          <p:cNvSpPr txBox="1"/>
          <p:nvPr>
            <p:ph idx="1" type="subTitle"/>
          </p:nvPr>
        </p:nvSpPr>
        <p:spPr>
          <a:xfrm>
            <a:off x="6802800" y="230700"/>
            <a:ext cx="1050600" cy="1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26" name="Google Shape;326;p21"/>
          <p:cNvSpPr txBox="1"/>
          <p:nvPr>
            <p:ph idx="2" type="subTitle"/>
          </p:nvPr>
        </p:nvSpPr>
        <p:spPr>
          <a:xfrm>
            <a:off x="436725" y="230700"/>
            <a:ext cx="1893000" cy="2286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327" name="Google Shape;327;p21"/>
          <p:cNvGrpSpPr/>
          <p:nvPr/>
        </p:nvGrpSpPr>
        <p:grpSpPr>
          <a:xfrm rot="10800000">
            <a:off x="4618955" y="-4359904"/>
            <a:ext cx="6916230" cy="6916230"/>
            <a:chOff x="-3059650" y="1891300"/>
            <a:chExt cx="7160400" cy="7160400"/>
          </a:xfrm>
        </p:grpSpPr>
        <p:sp>
          <p:nvSpPr>
            <p:cNvPr id="328" name="Google Shape;328;p21"/>
            <p:cNvSpPr/>
            <p:nvPr/>
          </p:nvSpPr>
          <p:spPr>
            <a:xfrm flipH="1" rot="5400000">
              <a:off x="-3059650" y="1891300"/>
              <a:ext cx="7160400" cy="7160400"/>
            </a:xfrm>
            <a:prstGeom prst="arc">
              <a:avLst>
                <a:gd fmla="val 17100715" name="adj1"/>
                <a:gd fmla="val 1072228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29" name="Google Shape;329;p21"/>
            <p:cNvSpPr/>
            <p:nvPr/>
          </p:nvSpPr>
          <p:spPr>
            <a:xfrm flipH="1" rot="5400000">
              <a:off x="-1851199" y="3109695"/>
              <a:ext cx="4734900" cy="4735200"/>
            </a:xfrm>
            <a:prstGeom prst="arc">
              <a:avLst>
                <a:gd fmla="val 17607113" name="adj1"/>
                <a:gd fmla="val 1658044" name="adj2"/>
              </a:avLst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</a:t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330" name="Google Shape;330;p21"/>
            <p:cNvSpPr/>
            <p:nvPr/>
          </p:nvSpPr>
          <p:spPr>
            <a:xfrm>
              <a:off x="1239430" y="2205756"/>
              <a:ext cx="1218600" cy="1218600"/>
            </a:xfrm>
            <a:prstGeom prst="ellipse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6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cxnSp>
        <p:nvCxnSpPr>
          <p:cNvPr id="331" name="Google Shape;331;p21"/>
          <p:cNvCxnSpPr/>
          <p:nvPr/>
        </p:nvCxnSpPr>
        <p:spPr>
          <a:xfrm>
            <a:off x="0" y="2553350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2" name="Google Shape;332;p21"/>
          <p:cNvSpPr txBox="1"/>
          <p:nvPr>
            <p:ph idx="3" type="subTitle"/>
          </p:nvPr>
        </p:nvSpPr>
        <p:spPr>
          <a:xfrm>
            <a:off x="436725" y="3675175"/>
            <a:ext cx="3813000" cy="73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33" name="Google Shape;333;p21"/>
          <p:cNvSpPr txBox="1"/>
          <p:nvPr>
            <p:ph idx="4" type="subTitle"/>
          </p:nvPr>
        </p:nvSpPr>
        <p:spPr>
          <a:xfrm>
            <a:off x="4980750" y="3675175"/>
            <a:ext cx="3813000" cy="73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BM Plex Sans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336" name="Google Shape;336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1" name="Google Shape;34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4" name="Google Shape;344;p2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5" name="Google Shape;345;p2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50" name="Google Shape;350;p2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355" name="Google Shape;355;p2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6" name="Google Shape;356;p2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361" name="Google Shape;361;p3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5" name="Google Shape;365;p3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0" name="Google Shape;370;p3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3" name="Google Shape;373;p3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4" name="Google Shape;374;p3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377" name="Google Shape;377;p3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8" name="Google Shape;378;p3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9" name="Google Shape;379;p3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0" name="Google Shape;380;p3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3" name="Google Shape;383;p3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4" name="Google Shape;384;p3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385" name="Google Shape;385;p3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8" name="Google Shape;388;p3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91" name="Google Shape;391;p3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92" name="Google Shape;392;p3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93" name="Google Shape;393;p3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94" name="Google Shape;394;p3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395" name="Google Shape;395;p3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8" name="Google Shape;398;p3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1" name="Google Shape;401;p3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4" name="Google Shape;404;p3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6" name="Google Shape;406;p3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7" name="Google Shape;407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8" name="Google Shape;408;p3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9" name="Google Shape;409;p3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2" name="Google Shape;412;p4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4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5" name="Google Shape;415;p4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6" name="Google Shape;416;p4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7" name="Google Shape;41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8" name="Google Shape;418;p4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4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20" name="Google Shape;420;p4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0" name="Google Shape;430;p4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31" name="Google Shape;431;p4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3" name="Google Shape;433;p4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BLANK_1_3">
    <p:bg>
      <p:bgPr>
        <a:solidFill>
          <a:schemeClr val="accent5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Google Shape;438;p44"/>
          <p:cNvPicPr preferRelativeResize="0"/>
          <p:nvPr/>
        </p:nvPicPr>
        <p:blipFill rotWithShape="1">
          <a:blip r:embed="rId2">
            <a:alphaModFix amt="60000"/>
          </a:blip>
          <a:srcRect b="4816" l="0" r="0" t="0"/>
          <a:stretch/>
        </p:blipFill>
        <p:spPr>
          <a:xfrm>
            <a:off x="277500" y="277500"/>
            <a:ext cx="8589000" cy="4599000"/>
          </a:xfrm>
          <a:prstGeom prst="roundRect">
            <a:avLst>
              <a:gd fmla="val 13515" name="adj"/>
            </a:avLst>
          </a:prstGeom>
          <a:noFill/>
          <a:ln>
            <a:noFill/>
          </a:ln>
        </p:spPr>
      </p:pic>
      <p:sp>
        <p:nvSpPr>
          <p:cNvPr id="439" name="Google Shape;439;p44"/>
          <p:cNvSpPr txBox="1"/>
          <p:nvPr>
            <p:ph idx="1" type="subTitle"/>
          </p:nvPr>
        </p:nvSpPr>
        <p:spPr>
          <a:xfrm>
            <a:off x="821004" y="4044275"/>
            <a:ext cx="58593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/>
        </p:txBody>
      </p:sp>
      <p:cxnSp>
        <p:nvCxnSpPr>
          <p:cNvPr id="440" name="Google Shape;440;p44"/>
          <p:cNvCxnSpPr/>
          <p:nvPr/>
        </p:nvCxnSpPr>
        <p:spPr>
          <a:xfrm>
            <a:off x="805650" y="792575"/>
            <a:ext cx="7547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1" name="Google Shape;441;p44"/>
          <p:cNvCxnSpPr/>
          <p:nvPr/>
        </p:nvCxnSpPr>
        <p:spPr>
          <a:xfrm>
            <a:off x="805650" y="4521775"/>
            <a:ext cx="7547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42" name="Google Shape;442;p44"/>
          <p:cNvSpPr txBox="1"/>
          <p:nvPr>
            <p:ph idx="2" type="subTitle"/>
          </p:nvPr>
        </p:nvSpPr>
        <p:spPr>
          <a:xfrm>
            <a:off x="805651" y="582750"/>
            <a:ext cx="1743300" cy="1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/>
        </p:txBody>
      </p:sp>
      <p:sp>
        <p:nvSpPr>
          <p:cNvPr id="443" name="Google Shape;443;p44"/>
          <p:cNvSpPr txBox="1"/>
          <p:nvPr>
            <p:ph idx="3" type="subTitle"/>
          </p:nvPr>
        </p:nvSpPr>
        <p:spPr>
          <a:xfrm>
            <a:off x="2679901" y="582750"/>
            <a:ext cx="1743300" cy="1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/>
        </p:txBody>
      </p:sp>
      <p:sp>
        <p:nvSpPr>
          <p:cNvPr id="444" name="Google Shape;444;p44"/>
          <p:cNvSpPr txBox="1"/>
          <p:nvPr>
            <p:ph idx="4" type="subTitle"/>
          </p:nvPr>
        </p:nvSpPr>
        <p:spPr>
          <a:xfrm>
            <a:off x="7677976" y="582750"/>
            <a:ext cx="1743300" cy="1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/>
        </p:txBody>
      </p:sp>
      <p:sp>
        <p:nvSpPr>
          <p:cNvPr id="445" name="Google Shape;445;p44"/>
          <p:cNvSpPr txBox="1"/>
          <p:nvPr>
            <p:ph type="title"/>
          </p:nvPr>
        </p:nvSpPr>
        <p:spPr>
          <a:xfrm>
            <a:off x="795525" y="2323100"/>
            <a:ext cx="4838100" cy="145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2">
  <p:cSld name="BLANK_1_1_1">
    <p:bg>
      <p:bgPr>
        <a:solidFill>
          <a:schemeClr val="accent5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5"/>
          <p:cNvGrpSpPr/>
          <p:nvPr/>
        </p:nvGrpSpPr>
        <p:grpSpPr>
          <a:xfrm>
            <a:off x="277515" y="277501"/>
            <a:ext cx="8589075" cy="4593888"/>
            <a:chOff x="277500" y="277500"/>
            <a:chExt cx="8589075" cy="4593888"/>
          </a:xfrm>
        </p:grpSpPr>
        <p:pic>
          <p:nvPicPr>
            <p:cNvPr id="448" name="Google Shape;448;p45"/>
            <p:cNvPicPr preferRelativeResize="0"/>
            <p:nvPr/>
          </p:nvPicPr>
          <p:blipFill>
            <a:blip r:embed="rId2">
              <a:alphaModFix amt="10000"/>
            </a:blip>
            <a:stretch>
              <a:fillRect/>
            </a:stretch>
          </p:blipFill>
          <p:spPr>
            <a:xfrm>
              <a:off x="277575" y="277500"/>
              <a:ext cx="8589000" cy="45938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9" name="Google Shape;449;p45"/>
            <p:cNvSpPr/>
            <p:nvPr/>
          </p:nvSpPr>
          <p:spPr>
            <a:xfrm>
              <a:off x="277500" y="277500"/>
              <a:ext cx="8589000" cy="4582500"/>
            </a:xfrm>
            <a:prstGeom prst="roundRect">
              <a:avLst>
                <a:gd fmla="val 6093" name="adj"/>
              </a:avLst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sp>
        <p:nvSpPr>
          <p:cNvPr id="450" name="Google Shape;450;p45"/>
          <p:cNvSpPr/>
          <p:nvPr/>
        </p:nvSpPr>
        <p:spPr>
          <a:xfrm>
            <a:off x="601356" y="3751056"/>
            <a:ext cx="576000" cy="576000"/>
          </a:xfrm>
          <a:prstGeom prst="ellipse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51" name="Google Shape;451;p45"/>
          <p:cNvSpPr/>
          <p:nvPr/>
        </p:nvSpPr>
        <p:spPr>
          <a:xfrm>
            <a:off x="651558" y="3801258"/>
            <a:ext cx="475500" cy="475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52" name="Google Shape;452;p45"/>
          <p:cNvSpPr txBox="1"/>
          <p:nvPr>
            <p:ph idx="1" type="subTitle"/>
          </p:nvPr>
        </p:nvSpPr>
        <p:spPr>
          <a:xfrm>
            <a:off x="601325" y="3751025"/>
            <a:ext cx="576000" cy="576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mo"/>
              <a:buNone/>
              <a:defRPr sz="16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cxnSp>
        <p:nvCxnSpPr>
          <p:cNvPr id="453" name="Google Shape;453;p45"/>
          <p:cNvCxnSpPr/>
          <p:nvPr/>
        </p:nvCxnSpPr>
        <p:spPr>
          <a:xfrm rot="10800000">
            <a:off x="1341900" y="4039025"/>
            <a:ext cx="10146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454" name="Google Shape;454;p45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5" name="Google Shape;455;p45"/>
          <p:cNvSpPr txBox="1"/>
          <p:nvPr>
            <p:ph type="title"/>
          </p:nvPr>
        </p:nvSpPr>
        <p:spPr>
          <a:xfrm>
            <a:off x="2598475" y="3493075"/>
            <a:ext cx="5985300" cy="99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s">
  <p:cSld name="CUSTOM_23">
    <p:bg>
      <p:bgPr>
        <a:solidFill>
          <a:schemeClr val="accent5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6"/>
          <p:cNvSpPr/>
          <p:nvPr>
            <p:ph idx="2" type="pic"/>
          </p:nvPr>
        </p:nvSpPr>
        <p:spPr>
          <a:xfrm>
            <a:off x="277500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58" name="Google Shape;458;p46"/>
          <p:cNvSpPr/>
          <p:nvPr>
            <p:ph idx="3" type="pic"/>
          </p:nvPr>
        </p:nvSpPr>
        <p:spPr>
          <a:xfrm>
            <a:off x="1728225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59" name="Google Shape;459;p46"/>
          <p:cNvSpPr/>
          <p:nvPr>
            <p:ph idx="4" type="pic"/>
          </p:nvPr>
        </p:nvSpPr>
        <p:spPr>
          <a:xfrm>
            <a:off x="3179025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60" name="Google Shape;460;p46"/>
          <p:cNvSpPr/>
          <p:nvPr>
            <p:ph idx="5" type="pic"/>
          </p:nvPr>
        </p:nvSpPr>
        <p:spPr>
          <a:xfrm>
            <a:off x="4629825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61" name="Google Shape;461;p46"/>
          <p:cNvSpPr/>
          <p:nvPr>
            <p:ph idx="6" type="pic"/>
          </p:nvPr>
        </p:nvSpPr>
        <p:spPr>
          <a:xfrm>
            <a:off x="6080625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62" name="Google Shape;462;p46"/>
          <p:cNvSpPr/>
          <p:nvPr>
            <p:ph idx="7" type="pic"/>
          </p:nvPr>
        </p:nvSpPr>
        <p:spPr>
          <a:xfrm>
            <a:off x="7531425" y="1963600"/>
            <a:ext cx="1333800" cy="1337100"/>
          </a:xfrm>
          <a:prstGeom prst="roundRect">
            <a:avLst>
              <a:gd fmla="val 14278" name="adj"/>
            </a:avLst>
          </a:prstGeom>
          <a:noFill/>
          <a:ln>
            <a:noFill/>
          </a:ln>
        </p:spPr>
      </p:sp>
      <p:sp>
        <p:nvSpPr>
          <p:cNvPr id="463" name="Google Shape;463;p46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4" name="Google Shape;464;p46"/>
          <p:cNvSpPr txBox="1"/>
          <p:nvPr>
            <p:ph type="title"/>
          </p:nvPr>
        </p:nvSpPr>
        <p:spPr>
          <a:xfrm>
            <a:off x="277500" y="577275"/>
            <a:ext cx="7137000" cy="99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465" name="Google Shape;465;p46"/>
          <p:cNvSpPr txBox="1"/>
          <p:nvPr>
            <p:ph idx="1" type="body"/>
          </p:nvPr>
        </p:nvSpPr>
        <p:spPr>
          <a:xfrm>
            <a:off x="37064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66" name="Google Shape;466;p46"/>
          <p:cNvSpPr txBox="1"/>
          <p:nvPr>
            <p:ph idx="8" type="body"/>
          </p:nvPr>
        </p:nvSpPr>
        <p:spPr>
          <a:xfrm>
            <a:off x="182162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67" name="Google Shape;467;p46"/>
          <p:cNvSpPr txBox="1"/>
          <p:nvPr>
            <p:ph idx="9" type="body"/>
          </p:nvPr>
        </p:nvSpPr>
        <p:spPr>
          <a:xfrm>
            <a:off x="327260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68" name="Google Shape;468;p46"/>
          <p:cNvSpPr txBox="1"/>
          <p:nvPr>
            <p:ph idx="13" type="body"/>
          </p:nvPr>
        </p:nvSpPr>
        <p:spPr>
          <a:xfrm>
            <a:off x="472358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69" name="Google Shape;469;p46"/>
          <p:cNvSpPr txBox="1"/>
          <p:nvPr>
            <p:ph idx="14" type="body"/>
          </p:nvPr>
        </p:nvSpPr>
        <p:spPr>
          <a:xfrm>
            <a:off x="617456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70" name="Google Shape;470;p46"/>
          <p:cNvSpPr txBox="1"/>
          <p:nvPr>
            <p:ph idx="15" type="body"/>
          </p:nvPr>
        </p:nvSpPr>
        <p:spPr>
          <a:xfrm>
            <a:off x="7625544" y="4380300"/>
            <a:ext cx="1333800" cy="5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indent="-279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indent="-279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indent="-279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indent="-279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indent="-279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indent="-279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indent="-279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indent="-279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/>
        </p:txBody>
      </p:sp>
      <p:sp>
        <p:nvSpPr>
          <p:cNvPr id="471" name="Google Shape;471;p46"/>
          <p:cNvSpPr txBox="1"/>
          <p:nvPr>
            <p:ph idx="16" type="subTitle"/>
          </p:nvPr>
        </p:nvSpPr>
        <p:spPr>
          <a:xfrm>
            <a:off x="370650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2" name="Google Shape;472;p46"/>
          <p:cNvSpPr txBox="1"/>
          <p:nvPr>
            <p:ph idx="17" type="subTitle"/>
          </p:nvPr>
        </p:nvSpPr>
        <p:spPr>
          <a:xfrm>
            <a:off x="1821493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3" name="Google Shape;473;p46"/>
          <p:cNvSpPr txBox="1"/>
          <p:nvPr>
            <p:ph idx="18" type="subTitle"/>
          </p:nvPr>
        </p:nvSpPr>
        <p:spPr>
          <a:xfrm>
            <a:off x="3272343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4" name="Google Shape;474;p46"/>
          <p:cNvSpPr txBox="1"/>
          <p:nvPr>
            <p:ph idx="19" type="subTitle"/>
          </p:nvPr>
        </p:nvSpPr>
        <p:spPr>
          <a:xfrm>
            <a:off x="4723193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5" name="Google Shape;475;p46"/>
          <p:cNvSpPr txBox="1"/>
          <p:nvPr>
            <p:ph idx="20" type="subTitle"/>
          </p:nvPr>
        </p:nvSpPr>
        <p:spPr>
          <a:xfrm>
            <a:off x="6174375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6" name="Google Shape;476;p46"/>
          <p:cNvSpPr txBox="1"/>
          <p:nvPr>
            <p:ph idx="21" type="subTitle"/>
          </p:nvPr>
        </p:nvSpPr>
        <p:spPr>
          <a:xfrm>
            <a:off x="7625550" y="3810800"/>
            <a:ext cx="1248000" cy="53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7" name="Google Shape;477;p46"/>
          <p:cNvSpPr txBox="1"/>
          <p:nvPr>
            <p:ph idx="22" type="subTitle"/>
          </p:nvPr>
        </p:nvSpPr>
        <p:spPr>
          <a:xfrm>
            <a:off x="277500" y="291038"/>
            <a:ext cx="1743300" cy="1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78" name="Google Shape;478;p46"/>
          <p:cNvSpPr txBox="1"/>
          <p:nvPr>
            <p:ph idx="23" type="subTitle"/>
          </p:nvPr>
        </p:nvSpPr>
        <p:spPr>
          <a:xfrm>
            <a:off x="7151050" y="290218"/>
            <a:ext cx="1715400" cy="1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cards">
  <p:cSld name="CUSTOM_24">
    <p:bg>
      <p:bgPr>
        <a:solidFill>
          <a:schemeClr val="accent5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idx="1" type="subTitle"/>
          </p:nvPr>
        </p:nvSpPr>
        <p:spPr>
          <a:xfrm>
            <a:off x="417936" y="2908400"/>
            <a:ext cx="1337400" cy="3909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81" name="Google Shape;481;p47"/>
          <p:cNvSpPr txBox="1"/>
          <p:nvPr>
            <p:ph idx="2" type="subTitle"/>
          </p:nvPr>
        </p:nvSpPr>
        <p:spPr>
          <a:xfrm>
            <a:off x="2167325" y="2908400"/>
            <a:ext cx="1337400" cy="3909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82" name="Google Shape;482;p47"/>
          <p:cNvSpPr txBox="1"/>
          <p:nvPr>
            <p:ph idx="3" type="subTitle"/>
          </p:nvPr>
        </p:nvSpPr>
        <p:spPr>
          <a:xfrm>
            <a:off x="3905470" y="2908400"/>
            <a:ext cx="1337400" cy="3909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83" name="Google Shape;483;p47"/>
          <p:cNvSpPr txBox="1"/>
          <p:nvPr>
            <p:ph idx="4" type="subTitle"/>
          </p:nvPr>
        </p:nvSpPr>
        <p:spPr>
          <a:xfrm>
            <a:off x="5652384" y="2908400"/>
            <a:ext cx="1337400" cy="3909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84" name="Google Shape;484;p47"/>
          <p:cNvSpPr txBox="1"/>
          <p:nvPr>
            <p:ph idx="5" type="subTitle"/>
          </p:nvPr>
        </p:nvSpPr>
        <p:spPr>
          <a:xfrm>
            <a:off x="7392630" y="2908400"/>
            <a:ext cx="1337400" cy="3909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85" name="Google Shape;485;p47"/>
          <p:cNvSpPr txBox="1"/>
          <p:nvPr>
            <p:ph idx="6" type="body"/>
          </p:nvPr>
        </p:nvSpPr>
        <p:spPr>
          <a:xfrm>
            <a:off x="417811" y="3433000"/>
            <a:ext cx="1337400" cy="1176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/>
        </p:txBody>
      </p:sp>
      <p:sp>
        <p:nvSpPr>
          <p:cNvPr id="486" name="Google Shape;486;p47"/>
          <p:cNvSpPr txBox="1"/>
          <p:nvPr>
            <p:ph idx="7" type="body"/>
          </p:nvPr>
        </p:nvSpPr>
        <p:spPr>
          <a:xfrm>
            <a:off x="2167325" y="3433000"/>
            <a:ext cx="1337400" cy="117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/>
        </p:txBody>
      </p:sp>
      <p:sp>
        <p:nvSpPr>
          <p:cNvPr id="487" name="Google Shape;487;p47"/>
          <p:cNvSpPr txBox="1"/>
          <p:nvPr>
            <p:ph idx="8" type="body"/>
          </p:nvPr>
        </p:nvSpPr>
        <p:spPr>
          <a:xfrm>
            <a:off x="3903300" y="3433000"/>
            <a:ext cx="1337400" cy="117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/>
        </p:txBody>
      </p:sp>
      <p:sp>
        <p:nvSpPr>
          <p:cNvPr id="488" name="Google Shape;488;p47"/>
          <p:cNvSpPr txBox="1"/>
          <p:nvPr>
            <p:ph idx="9" type="body"/>
          </p:nvPr>
        </p:nvSpPr>
        <p:spPr>
          <a:xfrm>
            <a:off x="5648625" y="3433000"/>
            <a:ext cx="1337400" cy="117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/>
        </p:txBody>
      </p:sp>
      <p:sp>
        <p:nvSpPr>
          <p:cNvPr id="489" name="Google Shape;489;p47"/>
          <p:cNvSpPr txBox="1"/>
          <p:nvPr>
            <p:ph idx="13" type="body"/>
          </p:nvPr>
        </p:nvSpPr>
        <p:spPr>
          <a:xfrm>
            <a:off x="7385291" y="3433000"/>
            <a:ext cx="1337400" cy="117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/>
        </p:txBody>
      </p:sp>
      <p:sp>
        <p:nvSpPr>
          <p:cNvPr id="490" name="Google Shape;490;p47"/>
          <p:cNvSpPr txBox="1"/>
          <p:nvPr>
            <p:ph idx="14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91" name="Google Shape;491;p47"/>
          <p:cNvSpPr txBox="1"/>
          <p:nvPr>
            <p:ph idx="15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92" name="Google Shape;492;p47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493" name="Google Shape;493;p47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 - Alt 1">
  <p:cSld name="CUSTOM_25">
    <p:bg>
      <p:bgPr>
        <a:solidFill>
          <a:schemeClr val="accent5"/>
        </a:soli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8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48"/>
          <p:cNvSpPr txBox="1"/>
          <p:nvPr/>
        </p:nvSpPr>
        <p:spPr>
          <a:xfrm>
            <a:off x="277500" y="277500"/>
            <a:ext cx="85890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97" name="Google Shape;497;p48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498" name="Google Shape;498;p48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99" name="Google Shape;499;p48"/>
          <p:cNvSpPr txBox="1"/>
          <p:nvPr>
            <p:ph idx="3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00" name="Google Shape;500;p48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+ 4 steps - Alt 1">
  <p:cSld name="CUSTOM_25_1_1">
    <p:bg>
      <p:bgPr>
        <a:solidFill>
          <a:schemeClr val="accent5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9"/>
          <p:cNvSpPr txBox="1"/>
          <p:nvPr>
            <p:ph type="title"/>
          </p:nvPr>
        </p:nvSpPr>
        <p:spPr>
          <a:xfrm>
            <a:off x="1969400" y="138075"/>
            <a:ext cx="5217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03" name="Google Shape;503;p49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04" name="Google Shape;504;p49"/>
          <p:cNvSpPr txBox="1"/>
          <p:nvPr>
            <p:ph idx="2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05" name="Google Shape;505;p49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6" name="Google Shape;506;p49"/>
          <p:cNvSpPr/>
          <p:nvPr>
            <p:ph idx="3" type="pic"/>
          </p:nvPr>
        </p:nvSpPr>
        <p:spPr>
          <a:xfrm>
            <a:off x="3766700" y="873150"/>
            <a:ext cx="1621800" cy="3549600"/>
          </a:xfrm>
          <a:prstGeom prst="roundRect">
            <a:avLst>
              <a:gd fmla="val 10482" name="adj"/>
            </a:avLst>
          </a:prstGeom>
          <a:noFill/>
          <a:ln>
            <a:noFill/>
          </a:ln>
        </p:spPr>
      </p:sp>
      <p:sp>
        <p:nvSpPr>
          <p:cNvPr id="507" name="Google Shape;507;p49"/>
          <p:cNvSpPr/>
          <p:nvPr>
            <p:ph idx="4" type="pic"/>
          </p:nvPr>
        </p:nvSpPr>
        <p:spPr>
          <a:xfrm>
            <a:off x="289100" y="1324475"/>
            <a:ext cx="1563300" cy="2531100"/>
          </a:xfrm>
          <a:prstGeom prst="roundRect">
            <a:avLst>
              <a:gd fmla="val 11947" name="adj"/>
            </a:avLst>
          </a:prstGeom>
          <a:noFill/>
          <a:ln>
            <a:noFill/>
          </a:ln>
        </p:spPr>
      </p:sp>
      <p:sp>
        <p:nvSpPr>
          <p:cNvPr id="508" name="Google Shape;508;p49"/>
          <p:cNvSpPr/>
          <p:nvPr>
            <p:ph idx="5" type="pic"/>
          </p:nvPr>
        </p:nvSpPr>
        <p:spPr>
          <a:xfrm>
            <a:off x="1969400" y="1142650"/>
            <a:ext cx="1563300" cy="2531100"/>
          </a:xfrm>
          <a:prstGeom prst="roundRect">
            <a:avLst>
              <a:gd fmla="val 11947" name="adj"/>
            </a:avLst>
          </a:prstGeom>
          <a:noFill/>
          <a:ln>
            <a:noFill/>
          </a:ln>
        </p:spPr>
      </p:sp>
      <p:sp>
        <p:nvSpPr>
          <p:cNvPr id="509" name="Google Shape;509;p49"/>
          <p:cNvSpPr/>
          <p:nvPr>
            <p:ph idx="6" type="pic"/>
          </p:nvPr>
        </p:nvSpPr>
        <p:spPr>
          <a:xfrm>
            <a:off x="5623125" y="1142650"/>
            <a:ext cx="1563300" cy="2531100"/>
          </a:xfrm>
          <a:prstGeom prst="roundRect">
            <a:avLst>
              <a:gd fmla="val 11947" name="adj"/>
            </a:avLst>
          </a:prstGeom>
          <a:noFill/>
          <a:ln>
            <a:noFill/>
          </a:ln>
        </p:spPr>
      </p:sp>
      <p:sp>
        <p:nvSpPr>
          <p:cNvPr id="510" name="Google Shape;510;p49"/>
          <p:cNvSpPr/>
          <p:nvPr>
            <p:ph idx="7" type="pic"/>
          </p:nvPr>
        </p:nvSpPr>
        <p:spPr>
          <a:xfrm>
            <a:off x="7304050" y="1324475"/>
            <a:ext cx="1563300" cy="2531100"/>
          </a:xfrm>
          <a:prstGeom prst="roundRect">
            <a:avLst>
              <a:gd fmla="val 11947" name="adj"/>
            </a:avLst>
          </a:prstGeom>
          <a:noFill/>
          <a:ln>
            <a:noFill/>
          </a:ln>
        </p:spPr>
      </p:sp>
      <p:sp>
        <p:nvSpPr>
          <p:cNvPr id="511" name="Google Shape;511;p49"/>
          <p:cNvSpPr txBox="1"/>
          <p:nvPr>
            <p:ph idx="8" type="subTitle"/>
          </p:nvPr>
        </p:nvSpPr>
        <p:spPr>
          <a:xfrm>
            <a:off x="378475" y="4261299"/>
            <a:ext cx="1563300" cy="20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2" name="Google Shape;512;p49"/>
          <p:cNvSpPr txBox="1"/>
          <p:nvPr>
            <p:ph idx="9" type="subTitle"/>
          </p:nvPr>
        </p:nvSpPr>
        <p:spPr>
          <a:xfrm>
            <a:off x="378476" y="4562900"/>
            <a:ext cx="1473900" cy="29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3" name="Google Shape;513;p49"/>
          <p:cNvSpPr txBox="1"/>
          <p:nvPr>
            <p:ph idx="13" type="subTitle"/>
          </p:nvPr>
        </p:nvSpPr>
        <p:spPr>
          <a:xfrm>
            <a:off x="2057625" y="4074126"/>
            <a:ext cx="1563300" cy="20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4" name="Google Shape;514;p49"/>
          <p:cNvSpPr txBox="1"/>
          <p:nvPr>
            <p:ph idx="14" type="subTitle"/>
          </p:nvPr>
        </p:nvSpPr>
        <p:spPr>
          <a:xfrm>
            <a:off x="2057625" y="4375725"/>
            <a:ext cx="1473900" cy="29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5" name="Google Shape;515;p49"/>
          <p:cNvSpPr txBox="1"/>
          <p:nvPr>
            <p:ph idx="15" type="subTitle"/>
          </p:nvPr>
        </p:nvSpPr>
        <p:spPr>
          <a:xfrm>
            <a:off x="5712200" y="4074126"/>
            <a:ext cx="1563300" cy="19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6" name="Google Shape;516;p49"/>
          <p:cNvSpPr txBox="1"/>
          <p:nvPr>
            <p:ph idx="16" type="subTitle"/>
          </p:nvPr>
        </p:nvSpPr>
        <p:spPr>
          <a:xfrm>
            <a:off x="5712200" y="4375725"/>
            <a:ext cx="1473900" cy="29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7" name="Google Shape;517;p49"/>
          <p:cNvSpPr txBox="1"/>
          <p:nvPr>
            <p:ph idx="17" type="subTitle"/>
          </p:nvPr>
        </p:nvSpPr>
        <p:spPr>
          <a:xfrm>
            <a:off x="7395575" y="4261301"/>
            <a:ext cx="1563300" cy="19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b="1" sz="12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18" name="Google Shape;518;p49"/>
          <p:cNvSpPr txBox="1"/>
          <p:nvPr>
            <p:ph idx="18" type="subTitle"/>
          </p:nvPr>
        </p:nvSpPr>
        <p:spPr>
          <a:xfrm>
            <a:off x="7395575" y="4562900"/>
            <a:ext cx="1504200" cy="29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b="1" sz="8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21_1_1">
    <p:bg>
      <p:bgPr>
        <a:solidFill>
          <a:schemeClr val="accent5"/>
        </a:soli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0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21" name="Google Shape;521;p50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22" name="Google Shape;522;p50"/>
          <p:cNvSpPr txBox="1"/>
          <p:nvPr>
            <p:ph idx="2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23" name="Google Shape;523;p50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main point">
  <p:cSld name="BLANK_1_1_1_1_1_1">
    <p:bg>
      <p:bgPr>
        <a:solidFill>
          <a:schemeClr val="accent5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5" name="Google Shape;525;p51"/>
          <p:cNvPicPr preferRelativeResize="0"/>
          <p:nvPr/>
        </p:nvPicPr>
        <p:blipFill rotWithShape="1">
          <a:blip r:embed="rId2">
            <a:alphaModFix amt="10000"/>
          </a:blip>
          <a:srcRect b="720" l="1068" r="20" t="592"/>
          <a:stretch/>
        </p:blipFill>
        <p:spPr>
          <a:xfrm>
            <a:off x="277425" y="277650"/>
            <a:ext cx="8588100" cy="4582500"/>
          </a:xfrm>
          <a:prstGeom prst="roundRect">
            <a:avLst>
              <a:gd fmla="val 13460" name="adj"/>
            </a:avLst>
          </a:prstGeom>
          <a:noFill/>
          <a:ln>
            <a:noFill/>
          </a:ln>
        </p:spPr>
      </p:pic>
      <p:sp>
        <p:nvSpPr>
          <p:cNvPr id="526" name="Google Shape;526;p51"/>
          <p:cNvSpPr txBox="1"/>
          <p:nvPr>
            <p:ph type="title"/>
          </p:nvPr>
        </p:nvSpPr>
        <p:spPr>
          <a:xfrm>
            <a:off x="625375" y="2731850"/>
            <a:ext cx="4034400" cy="174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27" name="Google Shape;527;p51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bg>
      <p:bgPr>
        <a:solidFill>
          <a:schemeClr val="accent5"/>
        </a:solidFill>
      </p:bgPr>
    </p:bg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52"/>
          <p:cNvSpPr txBox="1"/>
          <p:nvPr>
            <p:ph idx="1" type="subTitle"/>
          </p:nvPr>
        </p:nvSpPr>
        <p:spPr>
          <a:xfrm>
            <a:off x="4539825" y="3178291"/>
            <a:ext cx="4325700" cy="452700"/>
          </a:xfrm>
          <a:prstGeom prst="rect">
            <a:avLst/>
          </a:prstGeom>
        </p:spPr>
        <p:txBody>
          <a:bodyPr anchorCtr="0" anchor="b" bIns="91425" lIns="91425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30" name="Google Shape;530;p52"/>
          <p:cNvSpPr txBox="1"/>
          <p:nvPr>
            <p:ph idx="2" type="subTitle"/>
          </p:nvPr>
        </p:nvSpPr>
        <p:spPr>
          <a:xfrm>
            <a:off x="4539825" y="3792808"/>
            <a:ext cx="4325700" cy="452700"/>
          </a:xfrm>
          <a:prstGeom prst="rect">
            <a:avLst/>
          </a:prstGeom>
        </p:spPr>
        <p:txBody>
          <a:bodyPr anchorCtr="0" anchor="b" bIns="91425" lIns="91425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31" name="Google Shape;531;p52"/>
          <p:cNvSpPr txBox="1"/>
          <p:nvPr>
            <p:ph idx="3" type="subTitle"/>
          </p:nvPr>
        </p:nvSpPr>
        <p:spPr>
          <a:xfrm>
            <a:off x="4539825" y="4407325"/>
            <a:ext cx="4325700" cy="452700"/>
          </a:xfrm>
          <a:prstGeom prst="rect">
            <a:avLst/>
          </a:prstGeom>
        </p:spPr>
        <p:txBody>
          <a:bodyPr anchorCtr="0" anchor="b" bIns="91425" lIns="91425" spcFirstLastPara="1" rIns="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32" name="Google Shape;532;p52"/>
          <p:cNvSpPr txBox="1"/>
          <p:nvPr>
            <p:ph type="title"/>
          </p:nvPr>
        </p:nvSpPr>
        <p:spPr>
          <a:xfrm>
            <a:off x="277425" y="2056225"/>
            <a:ext cx="3541500" cy="2803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/>
        </p:txBody>
      </p:sp>
      <p:sp>
        <p:nvSpPr>
          <p:cNvPr id="533" name="Google Shape;533;p52"/>
          <p:cNvSpPr txBox="1"/>
          <p:nvPr>
            <p:ph idx="4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34" name="Google Shape;534;p52"/>
          <p:cNvSpPr txBox="1"/>
          <p:nvPr>
            <p:ph idx="5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35" name="Google Shape;535;p52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1">
  <p:cSld name="CUSTOM_11">
    <p:bg>
      <p:bgPr>
        <a:solidFill>
          <a:schemeClr val="accent5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53"/>
          <p:cNvSpPr/>
          <p:nvPr>
            <p:ph idx="2" type="pic"/>
          </p:nvPr>
        </p:nvSpPr>
        <p:spPr>
          <a:xfrm>
            <a:off x="7480825" y="734600"/>
            <a:ext cx="1383900" cy="1660200"/>
          </a:xfrm>
          <a:prstGeom prst="roundRect">
            <a:avLst>
              <a:gd fmla="val 11646" name="adj"/>
            </a:avLst>
          </a:prstGeom>
          <a:noFill/>
          <a:ln>
            <a:noFill/>
          </a:ln>
        </p:spPr>
      </p:sp>
      <p:sp>
        <p:nvSpPr>
          <p:cNvPr id="538" name="Google Shape;538;p53"/>
          <p:cNvSpPr/>
          <p:nvPr>
            <p:ph idx="3" type="pic"/>
          </p:nvPr>
        </p:nvSpPr>
        <p:spPr>
          <a:xfrm>
            <a:off x="7480825" y="2521175"/>
            <a:ext cx="1383900" cy="1879200"/>
          </a:xfrm>
          <a:prstGeom prst="roundRect">
            <a:avLst>
              <a:gd fmla="val 11646" name="adj"/>
            </a:avLst>
          </a:prstGeom>
          <a:noFill/>
          <a:ln>
            <a:noFill/>
          </a:ln>
        </p:spPr>
      </p:sp>
      <p:sp>
        <p:nvSpPr>
          <p:cNvPr id="539" name="Google Shape;539;p53"/>
          <p:cNvSpPr/>
          <p:nvPr>
            <p:ph idx="4" type="pic"/>
          </p:nvPr>
        </p:nvSpPr>
        <p:spPr>
          <a:xfrm>
            <a:off x="4665550" y="850900"/>
            <a:ext cx="2589300" cy="3433200"/>
          </a:xfrm>
          <a:prstGeom prst="roundRect">
            <a:avLst>
              <a:gd fmla="val 6330" name="adj"/>
            </a:avLst>
          </a:prstGeom>
          <a:noFill/>
          <a:ln>
            <a:noFill/>
          </a:ln>
        </p:spPr>
      </p:sp>
      <p:sp>
        <p:nvSpPr>
          <p:cNvPr id="540" name="Google Shape;540;p53"/>
          <p:cNvSpPr txBox="1"/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anchorCtr="0" anchor="b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41" name="Google Shape;541;p53"/>
          <p:cNvSpPr txBox="1"/>
          <p:nvPr>
            <p:ph idx="5" type="title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42" name="Google Shape;542;p53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43" name="Google Shape;543;p53"/>
          <p:cNvSpPr txBox="1"/>
          <p:nvPr>
            <p:ph idx="6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44" name="Google Shape;544;p53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11_1">
    <p:bg>
      <p:bgPr>
        <a:solidFill>
          <a:schemeClr val="accent5"/>
        </a:solidFill>
      </p:bgPr>
    </p:bg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4"/>
          <p:cNvSpPr/>
          <p:nvPr/>
        </p:nvSpPr>
        <p:spPr>
          <a:xfrm>
            <a:off x="6107109" y="582300"/>
            <a:ext cx="2759400" cy="3586200"/>
          </a:xfrm>
          <a:prstGeom prst="roundRect">
            <a:avLst>
              <a:gd fmla="val 8677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547" name="Google Shape;547;p54"/>
          <p:cNvSpPr/>
          <p:nvPr>
            <p:ph idx="2" type="pic"/>
          </p:nvPr>
        </p:nvSpPr>
        <p:spPr>
          <a:xfrm>
            <a:off x="6220309" y="696000"/>
            <a:ext cx="2532900" cy="3358800"/>
          </a:xfrm>
          <a:prstGeom prst="roundRect">
            <a:avLst>
              <a:gd fmla="val 7223" name="adj"/>
            </a:avLst>
          </a:prstGeom>
          <a:noFill/>
          <a:ln>
            <a:noFill/>
          </a:ln>
        </p:spPr>
      </p:sp>
      <p:sp>
        <p:nvSpPr>
          <p:cNvPr id="548" name="Google Shape;548;p54"/>
          <p:cNvSpPr txBox="1"/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anchorCtr="0" anchor="b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49" name="Google Shape;549;p54"/>
          <p:cNvSpPr txBox="1"/>
          <p:nvPr>
            <p:ph idx="3" type="title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50" name="Google Shape;550;p54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51" name="Google Shape;551;p54"/>
          <p:cNvSpPr txBox="1"/>
          <p:nvPr>
            <p:ph idx="4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52" name="Google Shape;552;p54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eature">
  <p:cSld name="CUSTOM_11_1_1">
    <p:bg>
      <p:bgPr>
        <a:solidFill>
          <a:schemeClr val="accent5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55"/>
          <p:cNvSpPr txBox="1"/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anchorCtr="0" anchor="b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55" name="Google Shape;555;p55"/>
          <p:cNvSpPr txBox="1"/>
          <p:nvPr>
            <p:ph idx="2" type="title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56" name="Google Shape;556;p55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57" name="Google Shape;557;p55"/>
          <p:cNvSpPr txBox="1"/>
          <p:nvPr>
            <p:ph idx="3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58" name="Google Shape;558;p55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 - Alt 1">
  <p:cSld name="CUSTOM_12">
    <p:bg>
      <p:bgPr>
        <a:solidFill>
          <a:schemeClr val="accent5"/>
        </a:solidFill>
      </p:bgPr>
    </p:bg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56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61" name="Google Shape;561;p56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62" name="Google Shape;562;p56"/>
          <p:cNvSpPr txBox="1"/>
          <p:nvPr>
            <p:ph idx="2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63" name="Google Shape;563;p56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4" name="Google Shape;564;p56"/>
          <p:cNvSpPr txBox="1"/>
          <p:nvPr>
            <p:ph idx="3" type="body"/>
          </p:nvPr>
        </p:nvSpPr>
        <p:spPr>
          <a:xfrm>
            <a:off x="4956525" y="3571875"/>
            <a:ext cx="3585000" cy="109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565" name="Google Shape;565;p56"/>
          <p:cNvSpPr txBox="1"/>
          <p:nvPr>
            <p:ph idx="4" type="body"/>
          </p:nvPr>
        </p:nvSpPr>
        <p:spPr>
          <a:xfrm>
            <a:off x="389475" y="3571875"/>
            <a:ext cx="3585000" cy="109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566" name="Google Shape;566;p56"/>
          <p:cNvSpPr txBox="1"/>
          <p:nvPr>
            <p:ph idx="5" type="subTitle"/>
          </p:nvPr>
        </p:nvSpPr>
        <p:spPr>
          <a:xfrm>
            <a:off x="479925" y="2730150"/>
            <a:ext cx="3220500" cy="50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7" name="Google Shape;567;p56"/>
          <p:cNvSpPr txBox="1"/>
          <p:nvPr>
            <p:ph idx="6" type="subTitle"/>
          </p:nvPr>
        </p:nvSpPr>
        <p:spPr>
          <a:xfrm>
            <a:off x="4868275" y="2730150"/>
            <a:ext cx="3220500" cy="50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CUSTOM_13">
    <p:bg>
      <p:bgPr>
        <a:solidFill>
          <a:schemeClr val="accent5"/>
        </a:solidFill>
      </p:bgPr>
    </p:bg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57"/>
          <p:cNvSpPr/>
          <p:nvPr>
            <p:ph idx="2" type="pic"/>
          </p:nvPr>
        </p:nvSpPr>
        <p:spPr>
          <a:xfrm>
            <a:off x="502800" y="2080575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570" name="Google Shape;570;p57"/>
          <p:cNvSpPr/>
          <p:nvPr>
            <p:ph idx="3" type="pic"/>
          </p:nvPr>
        </p:nvSpPr>
        <p:spPr>
          <a:xfrm>
            <a:off x="6334750" y="2080575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571" name="Google Shape;571;p57"/>
          <p:cNvSpPr/>
          <p:nvPr>
            <p:ph idx="4" type="pic"/>
          </p:nvPr>
        </p:nvSpPr>
        <p:spPr>
          <a:xfrm>
            <a:off x="3418775" y="2080550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572" name="Google Shape;572;p57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73" name="Google Shape;573;p57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74" name="Google Shape;574;p57"/>
          <p:cNvSpPr txBox="1"/>
          <p:nvPr>
            <p:ph idx="5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75" name="Google Shape;575;p57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6" name="Google Shape;576;p57"/>
          <p:cNvSpPr txBox="1"/>
          <p:nvPr>
            <p:ph idx="6" type="body"/>
          </p:nvPr>
        </p:nvSpPr>
        <p:spPr>
          <a:xfrm>
            <a:off x="480250" y="3608000"/>
            <a:ext cx="2386500" cy="109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577" name="Google Shape;577;p57"/>
          <p:cNvSpPr txBox="1"/>
          <p:nvPr>
            <p:ph idx="7" type="body"/>
          </p:nvPr>
        </p:nvSpPr>
        <p:spPr>
          <a:xfrm>
            <a:off x="3422476" y="3608000"/>
            <a:ext cx="2386500" cy="109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578" name="Google Shape;578;p57"/>
          <p:cNvSpPr txBox="1"/>
          <p:nvPr>
            <p:ph idx="8" type="body"/>
          </p:nvPr>
        </p:nvSpPr>
        <p:spPr>
          <a:xfrm>
            <a:off x="6326625" y="3608000"/>
            <a:ext cx="2317200" cy="109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579" name="Google Shape;579;p57"/>
          <p:cNvSpPr txBox="1"/>
          <p:nvPr>
            <p:ph idx="9" type="subTitle"/>
          </p:nvPr>
        </p:nvSpPr>
        <p:spPr>
          <a:xfrm>
            <a:off x="480251" y="2861025"/>
            <a:ext cx="2386500" cy="66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80" name="Google Shape;580;p57"/>
          <p:cNvSpPr txBox="1"/>
          <p:nvPr>
            <p:ph idx="13" type="subTitle"/>
          </p:nvPr>
        </p:nvSpPr>
        <p:spPr>
          <a:xfrm>
            <a:off x="3422476" y="2861025"/>
            <a:ext cx="2386500" cy="66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81" name="Google Shape;581;p57"/>
          <p:cNvSpPr txBox="1"/>
          <p:nvPr>
            <p:ph idx="14" type="subTitle"/>
          </p:nvPr>
        </p:nvSpPr>
        <p:spPr>
          <a:xfrm>
            <a:off x="6328801" y="2861025"/>
            <a:ext cx="2386500" cy="66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CUSTOM_13_1">
    <p:bg>
      <p:bgPr>
        <a:solidFill>
          <a:schemeClr val="accent5"/>
        </a:solidFill>
      </p:bgPr>
    </p:bg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58"/>
          <p:cNvSpPr/>
          <p:nvPr>
            <p:ph idx="2" type="pic"/>
          </p:nvPr>
        </p:nvSpPr>
        <p:spPr>
          <a:xfrm>
            <a:off x="4644850" y="1299225"/>
            <a:ext cx="1037700" cy="1056300"/>
          </a:xfrm>
          <a:prstGeom prst="roundRect">
            <a:avLst>
              <a:gd fmla="val 12807" name="adj"/>
            </a:avLst>
          </a:prstGeom>
          <a:noFill/>
          <a:ln>
            <a:noFill/>
          </a:ln>
        </p:spPr>
      </p:sp>
      <p:sp>
        <p:nvSpPr>
          <p:cNvPr id="584" name="Google Shape;584;p58"/>
          <p:cNvSpPr/>
          <p:nvPr>
            <p:ph idx="3" type="pic"/>
          </p:nvPr>
        </p:nvSpPr>
        <p:spPr>
          <a:xfrm>
            <a:off x="4644850" y="3642825"/>
            <a:ext cx="1037700" cy="1056300"/>
          </a:xfrm>
          <a:prstGeom prst="roundRect">
            <a:avLst>
              <a:gd fmla="val 12807" name="adj"/>
            </a:avLst>
          </a:prstGeom>
          <a:noFill/>
          <a:ln>
            <a:noFill/>
          </a:ln>
        </p:spPr>
      </p:sp>
      <p:sp>
        <p:nvSpPr>
          <p:cNvPr id="585" name="Google Shape;585;p58"/>
          <p:cNvSpPr/>
          <p:nvPr>
            <p:ph idx="4" type="pic"/>
          </p:nvPr>
        </p:nvSpPr>
        <p:spPr>
          <a:xfrm>
            <a:off x="7828875" y="2471025"/>
            <a:ext cx="1037700" cy="1056300"/>
          </a:xfrm>
          <a:prstGeom prst="roundRect">
            <a:avLst>
              <a:gd fmla="val 12807" name="adj"/>
            </a:avLst>
          </a:prstGeom>
          <a:noFill/>
          <a:ln>
            <a:noFill/>
          </a:ln>
        </p:spPr>
      </p:sp>
      <p:sp>
        <p:nvSpPr>
          <p:cNvPr id="586" name="Google Shape;586;p58"/>
          <p:cNvSpPr/>
          <p:nvPr>
            <p:ph idx="5" type="pic"/>
          </p:nvPr>
        </p:nvSpPr>
        <p:spPr>
          <a:xfrm>
            <a:off x="373175" y="1147525"/>
            <a:ext cx="3579900" cy="3607500"/>
          </a:xfrm>
          <a:prstGeom prst="roundRect">
            <a:avLst>
              <a:gd fmla="val 11548" name="adj"/>
            </a:avLst>
          </a:prstGeom>
          <a:noFill/>
          <a:ln>
            <a:noFill/>
          </a:ln>
        </p:spPr>
      </p:sp>
      <p:sp>
        <p:nvSpPr>
          <p:cNvPr id="587" name="Google Shape;587;p58"/>
          <p:cNvSpPr txBox="1"/>
          <p:nvPr>
            <p:ph type="title"/>
          </p:nvPr>
        </p:nvSpPr>
        <p:spPr>
          <a:xfrm>
            <a:off x="277500" y="416250"/>
            <a:ext cx="8589000" cy="6267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88" name="Google Shape;588;p58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89" name="Google Shape;589;p58"/>
          <p:cNvSpPr txBox="1"/>
          <p:nvPr>
            <p:ph idx="6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590" name="Google Shape;590;p58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1" name="Google Shape;591;p58"/>
          <p:cNvSpPr txBox="1"/>
          <p:nvPr>
            <p:ph idx="7" type="title"/>
          </p:nvPr>
        </p:nvSpPr>
        <p:spPr>
          <a:xfrm>
            <a:off x="6033800" y="1539375"/>
            <a:ext cx="2477400" cy="23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92" name="Google Shape;592;p58"/>
          <p:cNvSpPr txBox="1"/>
          <p:nvPr>
            <p:ph idx="8" type="title"/>
          </p:nvPr>
        </p:nvSpPr>
        <p:spPr>
          <a:xfrm>
            <a:off x="6033800" y="1808625"/>
            <a:ext cx="2832600" cy="525600"/>
          </a:xfrm>
          <a:prstGeom prst="rect">
            <a:avLst/>
          </a:prstGeom>
        </p:spPr>
        <p:txBody>
          <a:bodyPr anchorCtr="0" anchor="t" bIns="182875" lIns="0" spcFirstLastPara="1" rIns="182875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93" name="Google Shape;593;p58"/>
          <p:cNvSpPr txBox="1"/>
          <p:nvPr>
            <p:ph idx="9" type="title"/>
          </p:nvPr>
        </p:nvSpPr>
        <p:spPr>
          <a:xfrm>
            <a:off x="4869750" y="2711175"/>
            <a:ext cx="2477400" cy="23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94" name="Google Shape;594;p58"/>
          <p:cNvSpPr txBox="1"/>
          <p:nvPr>
            <p:ph idx="13" type="title"/>
          </p:nvPr>
        </p:nvSpPr>
        <p:spPr>
          <a:xfrm>
            <a:off x="4869750" y="2980425"/>
            <a:ext cx="2832600" cy="525600"/>
          </a:xfrm>
          <a:prstGeom prst="rect">
            <a:avLst/>
          </a:prstGeom>
        </p:spPr>
        <p:txBody>
          <a:bodyPr anchorCtr="0" anchor="t" bIns="182875" lIns="0" spcFirstLastPara="1" rIns="182875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95" name="Google Shape;595;p58"/>
          <p:cNvSpPr txBox="1"/>
          <p:nvPr>
            <p:ph idx="14" type="title"/>
          </p:nvPr>
        </p:nvSpPr>
        <p:spPr>
          <a:xfrm>
            <a:off x="6033800" y="3882975"/>
            <a:ext cx="2477400" cy="23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596" name="Google Shape;596;p58"/>
          <p:cNvSpPr txBox="1"/>
          <p:nvPr>
            <p:ph idx="15" type="title"/>
          </p:nvPr>
        </p:nvSpPr>
        <p:spPr>
          <a:xfrm>
            <a:off x="6033800" y="4152225"/>
            <a:ext cx="2832600" cy="525600"/>
          </a:xfrm>
          <a:prstGeom prst="rect">
            <a:avLst/>
          </a:prstGeom>
        </p:spPr>
        <p:txBody>
          <a:bodyPr anchorCtr="0" anchor="t" bIns="182875" lIns="0" spcFirstLastPara="1" rIns="182875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 - Alt 1">
  <p:cSld name="CUSTOM_14">
    <p:bg>
      <p:bgPr>
        <a:solidFill>
          <a:schemeClr val="accent5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59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599" name="Google Shape;599;p59"/>
          <p:cNvSpPr txBox="1"/>
          <p:nvPr>
            <p:ph idx="1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00" name="Google Shape;600;p59"/>
          <p:cNvSpPr txBox="1"/>
          <p:nvPr>
            <p:ph idx="2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01" name="Google Shape;601;p59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2" name="Google Shape;602;p59"/>
          <p:cNvSpPr txBox="1"/>
          <p:nvPr>
            <p:ph idx="3" type="body"/>
          </p:nvPr>
        </p:nvSpPr>
        <p:spPr>
          <a:xfrm>
            <a:off x="2266900" y="3184400"/>
            <a:ext cx="1304700" cy="12978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603" name="Google Shape;603;p59"/>
          <p:cNvSpPr txBox="1"/>
          <p:nvPr>
            <p:ph idx="4" type="body"/>
          </p:nvPr>
        </p:nvSpPr>
        <p:spPr>
          <a:xfrm>
            <a:off x="4006850" y="3184400"/>
            <a:ext cx="1304700" cy="12978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604" name="Google Shape;604;p59"/>
          <p:cNvSpPr txBox="1"/>
          <p:nvPr>
            <p:ph idx="5" type="body"/>
          </p:nvPr>
        </p:nvSpPr>
        <p:spPr>
          <a:xfrm>
            <a:off x="5748200" y="3184400"/>
            <a:ext cx="1304700" cy="12978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605" name="Google Shape;605;p59"/>
          <p:cNvSpPr txBox="1"/>
          <p:nvPr>
            <p:ph idx="6" type="body"/>
          </p:nvPr>
        </p:nvSpPr>
        <p:spPr>
          <a:xfrm>
            <a:off x="7450750" y="3184400"/>
            <a:ext cx="1304700" cy="12978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606" name="Google Shape;606;p59"/>
          <p:cNvSpPr txBox="1"/>
          <p:nvPr>
            <p:ph idx="7" type="subTitle"/>
          </p:nvPr>
        </p:nvSpPr>
        <p:spPr>
          <a:xfrm>
            <a:off x="2267000" y="2419500"/>
            <a:ext cx="1304700" cy="55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07" name="Google Shape;607;p59"/>
          <p:cNvSpPr txBox="1"/>
          <p:nvPr>
            <p:ph idx="8" type="subTitle"/>
          </p:nvPr>
        </p:nvSpPr>
        <p:spPr>
          <a:xfrm>
            <a:off x="4006850" y="2419500"/>
            <a:ext cx="1304700" cy="55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08" name="Google Shape;608;p59"/>
          <p:cNvSpPr txBox="1"/>
          <p:nvPr>
            <p:ph idx="9" type="subTitle"/>
          </p:nvPr>
        </p:nvSpPr>
        <p:spPr>
          <a:xfrm>
            <a:off x="5747500" y="2419500"/>
            <a:ext cx="1304700" cy="55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09" name="Google Shape;609;p59"/>
          <p:cNvSpPr txBox="1"/>
          <p:nvPr>
            <p:ph idx="13" type="subTitle"/>
          </p:nvPr>
        </p:nvSpPr>
        <p:spPr>
          <a:xfrm>
            <a:off x="7488850" y="2419500"/>
            <a:ext cx="1304700" cy="55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and image">
  <p:cSld name="CUSTOM_15">
    <p:bg>
      <p:bgPr>
        <a:solidFill>
          <a:schemeClr val="accent5"/>
        </a:solidFill>
      </p:bgPr>
    </p:bg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0"/>
          <p:cNvSpPr txBox="1"/>
          <p:nvPr>
            <p:ph type="title"/>
          </p:nvPr>
        </p:nvSpPr>
        <p:spPr>
          <a:xfrm>
            <a:off x="5321925" y="506100"/>
            <a:ext cx="3544500" cy="5793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612" name="Google Shape;612;p60"/>
          <p:cNvSpPr/>
          <p:nvPr>
            <p:ph idx="2" type="pic"/>
          </p:nvPr>
        </p:nvSpPr>
        <p:spPr>
          <a:xfrm>
            <a:off x="392100" y="411300"/>
            <a:ext cx="4297500" cy="4333200"/>
          </a:xfrm>
          <a:prstGeom prst="roundRect">
            <a:avLst>
              <a:gd fmla="val 12298" name="adj"/>
            </a:avLst>
          </a:prstGeom>
          <a:noFill/>
          <a:ln>
            <a:noFill/>
          </a:ln>
        </p:spPr>
      </p:sp>
      <p:sp>
        <p:nvSpPr>
          <p:cNvPr id="613" name="Google Shape;613;p60"/>
          <p:cNvSpPr txBox="1"/>
          <p:nvPr>
            <p:ph idx="1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14" name="Google Shape;614;p60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storyboards ">
  <p:cSld name="CUSTOM_17_1">
    <p:bg>
      <p:bgPr>
        <a:solidFill>
          <a:schemeClr val="accent5"/>
        </a:solidFill>
      </p:bgPr>
    </p:bg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61"/>
          <p:cNvSpPr txBox="1"/>
          <p:nvPr>
            <p:ph idx="1" type="subTitle"/>
          </p:nvPr>
        </p:nvSpPr>
        <p:spPr>
          <a:xfrm>
            <a:off x="277500" y="4025940"/>
            <a:ext cx="1759200" cy="290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17" name="Google Shape;617;p61"/>
          <p:cNvSpPr/>
          <p:nvPr>
            <p:ph idx="2" type="pic"/>
          </p:nvPr>
        </p:nvSpPr>
        <p:spPr>
          <a:xfrm>
            <a:off x="289100" y="1685250"/>
            <a:ext cx="1751100" cy="1773000"/>
          </a:xfrm>
          <a:prstGeom prst="roundRect">
            <a:avLst>
              <a:gd fmla="val 11894" name="adj"/>
            </a:avLst>
          </a:prstGeom>
          <a:noFill/>
          <a:ln>
            <a:noFill/>
          </a:ln>
        </p:spPr>
      </p:sp>
      <p:sp>
        <p:nvSpPr>
          <p:cNvPr id="618" name="Google Shape;618;p61"/>
          <p:cNvSpPr/>
          <p:nvPr>
            <p:ph idx="3" type="pic"/>
          </p:nvPr>
        </p:nvSpPr>
        <p:spPr>
          <a:xfrm>
            <a:off x="2152200" y="1685250"/>
            <a:ext cx="1751100" cy="1773000"/>
          </a:xfrm>
          <a:prstGeom prst="roundRect">
            <a:avLst>
              <a:gd fmla="val 11894" name="adj"/>
            </a:avLst>
          </a:prstGeom>
          <a:noFill/>
          <a:ln>
            <a:noFill/>
          </a:ln>
        </p:spPr>
      </p:sp>
      <p:sp>
        <p:nvSpPr>
          <p:cNvPr id="619" name="Google Shape;619;p61"/>
          <p:cNvSpPr/>
          <p:nvPr>
            <p:ph idx="4" type="pic"/>
          </p:nvPr>
        </p:nvSpPr>
        <p:spPr>
          <a:xfrm>
            <a:off x="4015300" y="1685250"/>
            <a:ext cx="1751100" cy="1773000"/>
          </a:xfrm>
          <a:prstGeom prst="roundRect">
            <a:avLst>
              <a:gd fmla="val 11894" name="adj"/>
            </a:avLst>
          </a:prstGeom>
          <a:noFill/>
          <a:ln>
            <a:noFill/>
          </a:ln>
        </p:spPr>
      </p:sp>
      <p:sp>
        <p:nvSpPr>
          <p:cNvPr id="620" name="Google Shape;620;p61"/>
          <p:cNvSpPr/>
          <p:nvPr>
            <p:ph idx="5" type="pic"/>
          </p:nvPr>
        </p:nvSpPr>
        <p:spPr>
          <a:xfrm>
            <a:off x="5866250" y="1685250"/>
            <a:ext cx="1751100" cy="1773000"/>
          </a:xfrm>
          <a:prstGeom prst="roundRect">
            <a:avLst>
              <a:gd fmla="val 11894" name="adj"/>
            </a:avLst>
          </a:prstGeom>
          <a:noFill/>
          <a:ln>
            <a:noFill/>
          </a:ln>
        </p:spPr>
      </p:sp>
      <p:sp>
        <p:nvSpPr>
          <p:cNvPr id="621" name="Google Shape;621;p61"/>
          <p:cNvSpPr txBox="1"/>
          <p:nvPr>
            <p:ph idx="6" type="body"/>
          </p:nvPr>
        </p:nvSpPr>
        <p:spPr>
          <a:xfrm>
            <a:off x="277500" y="4361380"/>
            <a:ext cx="17592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800"/>
            </a:lvl1pPr>
            <a:lvl2pPr indent="-28575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2pPr>
            <a:lvl3pPr indent="-28575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■"/>
              <a:defRPr sz="900"/>
            </a:lvl3pPr>
            <a:lvl4pPr indent="-28575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●"/>
              <a:defRPr sz="900"/>
            </a:lvl4pPr>
            <a:lvl5pPr indent="-28575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5pPr>
            <a:lvl6pPr indent="-28575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■"/>
              <a:defRPr sz="900"/>
            </a:lvl6pPr>
            <a:lvl7pPr indent="-28575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●"/>
              <a:defRPr sz="900"/>
            </a:lvl7pPr>
            <a:lvl8pPr indent="-28575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8pPr>
            <a:lvl9pPr indent="-28575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SzPts val="900"/>
              <a:buChar char="■"/>
              <a:defRPr sz="900"/>
            </a:lvl9pPr>
          </a:lstStyle>
          <a:p/>
        </p:txBody>
      </p:sp>
      <p:sp>
        <p:nvSpPr>
          <p:cNvPr id="622" name="Google Shape;622;p61"/>
          <p:cNvSpPr txBox="1"/>
          <p:nvPr>
            <p:ph idx="7" type="subTitle"/>
          </p:nvPr>
        </p:nvSpPr>
        <p:spPr>
          <a:xfrm>
            <a:off x="2148150" y="4025940"/>
            <a:ext cx="1759200" cy="290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23" name="Google Shape;623;p61"/>
          <p:cNvSpPr txBox="1"/>
          <p:nvPr>
            <p:ph idx="8" type="body"/>
          </p:nvPr>
        </p:nvSpPr>
        <p:spPr>
          <a:xfrm>
            <a:off x="2148150" y="4361380"/>
            <a:ext cx="17592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indent="-28575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indent="-28575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indent="-28575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indent="-28575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indent="-28575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indent="-28575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indent="-28575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indent="-28575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/>
        </p:txBody>
      </p:sp>
      <p:sp>
        <p:nvSpPr>
          <p:cNvPr id="624" name="Google Shape;624;p61"/>
          <p:cNvSpPr txBox="1"/>
          <p:nvPr>
            <p:ph idx="9" type="subTitle"/>
          </p:nvPr>
        </p:nvSpPr>
        <p:spPr>
          <a:xfrm>
            <a:off x="4018800" y="4025940"/>
            <a:ext cx="1759200" cy="290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25" name="Google Shape;625;p61"/>
          <p:cNvSpPr txBox="1"/>
          <p:nvPr>
            <p:ph idx="13" type="body"/>
          </p:nvPr>
        </p:nvSpPr>
        <p:spPr>
          <a:xfrm>
            <a:off x="4018800" y="4361380"/>
            <a:ext cx="17592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indent="-28575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indent="-28575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indent="-28575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indent="-28575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indent="-28575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indent="-28575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indent="-28575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indent="-28575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/>
        </p:txBody>
      </p:sp>
      <p:sp>
        <p:nvSpPr>
          <p:cNvPr id="626" name="Google Shape;626;p61"/>
          <p:cNvSpPr txBox="1"/>
          <p:nvPr>
            <p:ph idx="14" type="subTitle"/>
          </p:nvPr>
        </p:nvSpPr>
        <p:spPr>
          <a:xfrm>
            <a:off x="5853650" y="4025940"/>
            <a:ext cx="1759200" cy="290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27" name="Google Shape;627;p61"/>
          <p:cNvSpPr txBox="1"/>
          <p:nvPr>
            <p:ph idx="15" type="body"/>
          </p:nvPr>
        </p:nvSpPr>
        <p:spPr>
          <a:xfrm>
            <a:off x="5853650" y="4361380"/>
            <a:ext cx="1759200" cy="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indent="-28575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indent="-28575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indent="-28575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indent="-28575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indent="-28575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indent="-28575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indent="-28575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indent="-28575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/>
        </p:txBody>
      </p:sp>
      <p:sp>
        <p:nvSpPr>
          <p:cNvPr id="628" name="Google Shape;628;p61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629" name="Google Shape;629;p61"/>
          <p:cNvSpPr txBox="1"/>
          <p:nvPr>
            <p:ph idx="16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30" name="Google Shape;630;p61"/>
          <p:cNvSpPr txBox="1"/>
          <p:nvPr>
            <p:ph idx="17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31" name="Google Shape;631;p61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 - Alt 1">
  <p:cSld name="BLANK_1_1_1_1_1_1_1_1_1_1_1_1_1_1_1_1">
    <p:bg>
      <p:bgPr>
        <a:solidFill>
          <a:schemeClr val="accent5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2"/>
          <p:cNvSpPr/>
          <p:nvPr>
            <p:ph idx="2" type="pic"/>
          </p:nvPr>
        </p:nvSpPr>
        <p:spPr>
          <a:xfrm>
            <a:off x="392100" y="411300"/>
            <a:ext cx="4915800" cy="4333200"/>
          </a:xfrm>
          <a:prstGeom prst="roundRect">
            <a:avLst>
              <a:gd fmla="val 11160" name="adj"/>
            </a:avLst>
          </a:prstGeom>
          <a:noFill/>
          <a:ln>
            <a:noFill/>
          </a:ln>
        </p:spPr>
      </p:sp>
      <p:sp>
        <p:nvSpPr>
          <p:cNvPr id="634" name="Google Shape;634;p62"/>
          <p:cNvSpPr txBox="1"/>
          <p:nvPr>
            <p:ph type="title"/>
          </p:nvPr>
        </p:nvSpPr>
        <p:spPr>
          <a:xfrm>
            <a:off x="6045100" y="2344250"/>
            <a:ext cx="2820600" cy="1023600"/>
          </a:xfrm>
          <a:prstGeom prst="rect">
            <a:avLst/>
          </a:prstGeom>
        </p:spPr>
        <p:txBody>
          <a:bodyPr anchorCtr="0" anchor="b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635" name="Google Shape;635;p62"/>
          <p:cNvSpPr txBox="1"/>
          <p:nvPr>
            <p:ph idx="3" type="title"/>
          </p:nvPr>
        </p:nvSpPr>
        <p:spPr>
          <a:xfrm>
            <a:off x="6045100" y="3422542"/>
            <a:ext cx="2820600" cy="10236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/>
        </p:txBody>
      </p:sp>
      <p:sp>
        <p:nvSpPr>
          <p:cNvPr id="636" name="Google Shape;636;p62"/>
          <p:cNvSpPr txBox="1"/>
          <p:nvPr>
            <p:ph idx="1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37" name="Google Shape;637;p62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653">
          <p15:clr>
            <a:srgbClr val="E46962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etitor characteristics">
  <p:cSld name="CUSTOM_19_2">
    <p:bg>
      <p:bgPr>
        <a:solidFill>
          <a:schemeClr val="accent5"/>
        </a:solidFill>
      </p:bgPr>
    </p:bg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63"/>
          <p:cNvSpPr/>
          <p:nvPr/>
        </p:nvSpPr>
        <p:spPr>
          <a:xfrm>
            <a:off x="6766675" y="282250"/>
            <a:ext cx="2099700" cy="3008100"/>
          </a:xfrm>
          <a:prstGeom prst="roundRect">
            <a:avLst>
              <a:gd fmla="val 11954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40" name="Google Shape;640;p63"/>
          <p:cNvSpPr/>
          <p:nvPr/>
        </p:nvSpPr>
        <p:spPr>
          <a:xfrm>
            <a:off x="277425" y="3414025"/>
            <a:ext cx="3513600" cy="1447800"/>
          </a:xfrm>
          <a:prstGeom prst="roundRect">
            <a:avLst>
              <a:gd fmla="val 1567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41" name="Google Shape;641;p63"/>
          <p:cNvSpPr/>
          <p:nvPr/>
        </p:nvSpPr>
        <p:spPr>
          <a:xfrm>
            <a:off x="5298000" y="1843500"/>
            <a:ext cx="1350600" cy="1447800"/>
          </a:xfrm>
          <a:prstGeom prst="roundRect">
            <a:avLst>
              <a:gd fmla="val 20704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700"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42" name="Google Shape;642;p63"/>
          <p:cNvSpPr/>
          <p:nvPr/>
        </p:nvSpPr>
        <p:spPr>
          <a:xfrm rot="-5400000">
            <a:off x="5577475" y="2049100"/>
            <a:ext cx="566700" cy="867300"/>
          </a:xfrm>
          <a:prstGeom prst="round2SameRect">
            <a:avLst>
              <a:gd fmla="val 49749" name="adj1"/>
              <a:gd fmla="val 0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43" name="Google Shape;643;p63"/>
          <p:cNvSpPr/>
          <p:nvPr/>
        </p:nvSpPr>
        <p:spPr>
          <a:xfrm>
            <a:off x="5426850" y="2194075"/>
            <a:ext cx="1092900" cy="573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44" name="Google Shape;644;p63"/>
          <p:cNvSpPr/>
          <p:nvPr>
            <p:ph idx="2" type="pic"/>
          </p:nvPr>
        </p:nvSpPr>
        <p:spPr>
          <a:xfrm>
            <a:off x="3910200" y="3408075"/>
            <a:ext cx="3486300" cy="1447800"/>
          </a:xfrm>
          <a:prstGeom prst="roundRect">
            <a:avLst>
              <a:gd fmla="val 16397" name="adj"/>
            </a:avLst>
          </a:prstGeom>
          <a:noFill/>
          <a:ln>
            <a:noFill/>
          </a:ln>
        </p:spPr>
      </p:sp>
      <p:sp>
        <p:nvSpPr>
          <p:cNvPr id="645" name="Google Shape;645;p63"/>
          <p:cNvSpPr/>
          <p:nvPr>
            <p:ph idx="3" type="pic"/>
          </p:nvPr>
        </p:nvSpPr>
        <p:spPr>
          <a:xfrm>
            <a:off x="277500" y="277500"/>
            <a:ext cx="2765700" cy="3013800"/>
          </a:xfrm>
          <a:prstGeom prst="roundRect">
            <a:avLst>
              <a:gd fmla="val 8721" name="adj"/>
            </a:avLst>
          </a:prstGeom>
          <a:noFill/>
          <a:ln>
            <a:noFill/>
          </a:ln>
        </p:spPr>
      </p:sp>
      <p:sp>
        <p:nvSpPr>
          <p:cNvPr id="646" name="Google Shape;646;p63"/>
          <p:cNvSpPr/>
          <p:nvPr>
            <p:ph idx="4" type="pic"/>
          </p:nvPr>
        </p:nvSpPr>
        <p:spPr>
          <a:xfrm>
            <a:off x="3161225" y="277500"/>
            <a:ext cx="1350600" cy="1447800"/>
          </a:xfrm>
          <a:prstGeom prst="roundRect">
            <a:avLst>
              <a:gd fmla="val 15267" name="adj"/>
            </a:avLst>
          </a:prstGeom>
          <a:noFill/>
          <a:ln>
            <a:noFill/>
          </a:ln>
        </p:spPr>
      </p:sp>
      <p:sp>
        <p:nvSpPr>
          <p:cNvPr id="647" name="Google Shape;647;p63"/>
          <p:cNvSpPr/>
          <p:nvPr>
            <p:ph idx="5" type="pic"/>
          </p:nvPr>
        </p:nvSpPr>
        <p:spPr>
          <a:xfrm>
            <a:off x="6883575" y="399550"/>
            <a:ext cx="1866000" cy="2775000"/>
          </a:xfrm>
          <a:prstGeom prst="roundRect">
            <a:avLst>
              <a:gd fmla="val 9097" name="adj"/>
            </a:avLst>
          </a:prstGeom>
          <a:noFill/>
          <a:ln>
            <a:noFill/>
          </a:ln>
        </p:spPr>
      </p:sp>
      <p:sp>
        <p:nvSpPr>
          <p:cNvPr id="648" name="Google Shape;648;p63"/>
          <p:cNvSpPr/>
          <p:nvPr>
            <p:ph idx="6" type="pic"/>
          </p:nvPr>
        </p:nvSpPr>
        <p:spPr>
          <a:xfrm>
            <a:off x="7516025" y="3407700"/>
            <a:ext cx="1350600" cy="1447800"/>
          </a:xfrm>
          <a:prstGeom prst="roundRect">
            <a:avLst>
              <a:gd fmla="val 16397" name="adj"/>
            </a:avLst>
          </a:prstGeom>
          <a:noFill/>
          <a:ln>
            <a:noFill/>
          </a:ln>
        </p:spPr>
      </p:sp>
      <p:sp>
        <p:nvSpPr>
          <p:cNvPr id="649" name="Google Shape;649;p63"/>
          <p:cNvSpPr/>
          <p:nvPr>
            <p:ph idx="7" type="pic"/>
          </p:nvPr>
        </p:nvSpPr>
        <p:spPr>
          <a:xfrm>
            <a:off x="394425" y="3528475"/>
            <a:ext cx="3279600" cy="1218900"/>
          </a:xfrm>
          <a:prstGeom prst="roundRect">
            <a:avLst>
              <a:gd fmla="val 11412" name="adj"/>
            </a:avLst>
          </a:prstGeom>
          <a:noFill/>
          <a:ln>
            <a:noFill/>
          </a:ln>
        </p:spPr>
      </p:sp>
      <p:sp>
        <p:nvSpPr>
          <p:cNvPr id="650" name="Google Shape;650;p63"/>
          <p:cNvSpPr/>
          <p:nvPr/>
        </p:nvSpPr>
        <p:spPr>
          <a:xfrm>
            <a:off x="3161225" y="1842600"/>
            <a:ext cx="2018700" cy="14478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51" name="Google Shape;651;p63"/>
          <p:cNvSpPr/>
          <p:nvPr/>
        </p:nvSpPr>
        <p:spPr>
          <a:xfrm>
            <a:off x="4629850" y="279301"/>
            <a:ext cx="2018700" cy="144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cxnSp>
        <p:nvCxnSpPr>
          <p:cNvPr id="652" name="Google Shape;652;p63"/>
          <p:cNvCxnSpPr>
            <a:stCxn id="650" idx="1"/>
            <a:endCxn id="650" idx="3"/>
          </p:cNvCxnSpPr>
          <p:nvPr/>
        </p:nvCxnSpPr>
        <p:spPr>
          <a:xfrm>
            <a:off x="3161225" y="2566500"/>
            <a:ext cx="20187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3" name="Google Shape;653;p63"/>
          <p:cNvSpPr txBox="1"/>
          <p:nvPr>
            <p:ph idx="1" type="subTitle"/>
          </p:nvPr>
        </p:nvSpPr>
        <p:spPr>
          <a:xfrm>
            <a:off x="394425" y="4055150"/>
            <a:ext cx="3279600" cy="573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4" name="Google Shape;654;p63"/>
          <p:cNvSpPr txBox="1"/>
          <p:nvPr>
            <p:ph idx="8" type="subTitle"/>
          </p:nvPr>
        </p:nvSpPr>
        <p:spPr>
          <a:xfrm>
            <a:off x="6883575" y="605875"/>
            <a:ext cx="1866000" cy="5736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5" name="Google Shape;655;p63"/>
          <p:cNvSpPr txBox="1"/>
          <p:nvPr>
            <p:ph idx="9" type="subTitle"/>
          </p:nvPr>
        </p:nvSpPr>
        <p:spPr>
          <a:xfrm>
            <a:off x="3910200" y="3779175"/>
            <a:ext cx="3486300" cy="7056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6" name="Google Shape;656;p63"/>
          <p:cNvSpPr txBox="1"/>
          <p:nvPr>
            <p:ph idx="13" type="subTitle"/>
          </p:nvPr>
        </p:nvSpPr>
        <p:spPr>
          <a:xfrm>
            <a:off x="291075" y="2571750"/>
            <a:ext cx="2765700" cy="705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7" name="Google Shape;657;p63"/>
          <p:cNvSpPr txBox="1"/>
          <p:nvPr>
            <p:ph idx="14" type="subTitle"/>
          </p:nvPr>
        </p:nvSpPr>
        <p:spPr>
          <a:xfrm>
            <a:off x="4629850" y="694401"/>
            <a:ext cx="2018700" cy="5667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8" name="Google Shape;658;p63"/>
          <p:cNvSpPr txBox="1"/>
          <p:nvPr>
            <p:ph idx="15" type="subTitle"/>
          </p:nvPr>
        </p:nvSpPr>
        <p:spPr>
          <a:xfrm>
            <a:off x="4629900" y="1390480"/>
            <a:ext cx="2018700" cy="224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u="sng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59" name="Google Shape;659;p63"/>
          <p:cNvSpPr txBox="1"/>
          <p:nvPr>
            <p:ph idx="16" type="subTitle"/>
          </p:nvPr>
        </p:nvSpPr>
        <p:spPr>
          <a:xfrm>
            <a:off x="3596775" y="2292000"/>
            <a:ext cx="1507500" cy="224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60" name="Google Shape;660;p63"/>
          <p:cNvSpPr txBox="1"/>
          <p:nvPr>
            <p:ph idx="17" type="subTitle"/>
          </p:nvPr>
        </p:nvSpPr>
        <p:spPr>
          <a:xfrm>
            <a:off x="3596775" y="2997350"/>
            <a:ext cx="1507500" cy="2241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61" name="Google Shape;661;p63"/>
          <p:cNvSpPr txBox="1"/>
          <p:nvPr>
            <p:ph idx="18" type="subTitle"/>
          </p:nvPr>
        </p:nvSpPr>
        <p:spPr>
          <a:xfrm>
            <a:off x="3596675" y="1934500"/>
            <a:ext cx="1507500" cy="357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62" name="Google Shape;662;p63"/>
          <p:cNvSpPr txBox="1"/>
          <p:nvPr>
            <p:ph idx="19" type="subTitle"/>
          </p:nvPr>
        </p:nvSpPr>
        <p:spPr>
          <a:xfrm>
            <a:off x="3596775" y="2618213"/>
            <a:ext cx="1507500" cy="357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63" name="Google Shape;663;p63"/>
          <p:cNvSpPr txBox="1"/>
          <p:nvPr>
            <p:ph idx="20" type="subTitle"/>
          </p:nvPr>
        </p:nvSpPr>
        <p:spPr>
          <a:xfrm>
            <a:off x="5297950" y="2885600"/>
            <a:ext cx="1350600" cy="2889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 u="sng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64" name="Google Shape;664;p63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5" name="Google Shape;665;p63"/>
          <p:cNvSpPr txBox="1"/>
          <p:nvPr>
            <p:ph idx="21" type="subTitle"/>
          </p:nvPr>
        </p:nvSpPr>
        <p:spPr>
          <a:xfrm>
            <a:off x="5426775" y="2214775"/>
            <a:ext cx="1092900" cy="56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s with description">
  <p:cSld name="CUSTOM_19_1_1_1">
    <p:bg>
      <p:bgPr>
        <a:solidFill>
          <a:schemeClr val="accent5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4"/>
          <p:cNvSpPr/>
          <p:nvPr>
            <p:ph idx="2" type="pic"/>
          </p:nvPr>
        </p:nvSpPr>
        <p:spPr>
          <a:xfrm>
            <a:off x="2021325" y="1854425"/>
            <a:ext cx="1679100" cy="3013800"/>
          </a:xfrm>
          <a:prstGeom prst="roundRect">
            <a:avLst>
              <a:gd fmla="val 13643" name="adj"/>
            </a:avLst>
          </a:prstGeom>
          <a:noFill/>
          <a:ln>
            <a:noFill/>
          </a:ln>
        </p:spPr>
      </p:sp>
      <p:sp>
        <p:nvSpPr>
          <p:cNvPr id="668" name="Google Shape;668;p64"/>
          <p:cNvSpPr/>
          <p:nvPr>
            <p:ph idx="3" type="pic"/>
          </p:nvPr>
        </p:nvSpPr>
        <p:spPr>
          <a:xfrm>
            <a:off x="5444400" y="1854425"/>
            <a:ext cx="1679100" cy="3013800"/>
          </a:xfrm>
          <a:prstGeom prst="roundRect">
            <a:avLst>
              <a:gd fmla="val 13643" name="adj"/>
            </a:avLst>
          </a:prstGeom>
          <a:noFill/>
          <a:ln>
            <a:noFill/>
          </a:ln>
        </p:spPr>
      </p:sp>
      <p:sp>
        <p:nvSpPr>
          <p:cNvPr id="669" name="Google Shape;669;p64"/>
          <p:cNvSpPr txBox="1"/>
          <p:nvPr>
            <p:ph idx="1" type="subTitle"/>
          </p:nvPr>
        </p:nvSpPr>
        <p:spPr>
          <a:xfrm>
            <a:off x="3700500" y="3326350"/>
            <a:ext cx="1743900" cy="453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70" name="Google Shape;670;p64"/>
          <p:cNvSpPr txBox="1"/>
          <p:nvPr>
            <p:ph idx="4" type="body"/>
          </p:nvPr>
        </p:nvSpPr>
        <p:spPr>
          <a:xfrm>
            <a:off x="3700500" y="3850823"/>
            <a:ext cx="1743900" cy="9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671" name="Google Shape;671;p64"/>
          <p:cNvSpPr txBox="1"/>
          <p:nvPr>
            <p:ph idx="5" type="subTitle"/>
          </p:nvPr>
        </p:nvSpPr>
        <p:spPr>
          <a:xfrm>
            <a:off x="7123575" y="3326350"/>
            <a:ext cx="1743900" cy="453600"/>
          </a:xfrm>
          <a:prstGeom prst="rect">
            <a:avLst/>
          </a:prstGeom>
        </p:spPr>
        <p:txBody>
          <a:bodyPr anchorCtr="0" anchor="b" bIns="0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72" name="Google Shape;672;p64"/>
          <p:cNvSpPr txBox="1"/>
          <p:nvPr>
            <p:ph idx="6" type="body"/>
          </p:nvPr>
        </p:nvSpPr>
        <p:spPr>
          <a:xfrm>
            <a:off x="7123575" y="3850823"/>
            <a:ext cx="1743900" cy="9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673" name="Google Shape;673;p64"/>
          <p:cNvSpPr txBox="1"/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anchorCtr="0" anchor="t" bIns="0" lIns="0" spcFirstLastPara="1" rIns="0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/>
        </p:txBody>
      </p:sp>
      <p:sp>
        <p:nvSpPr>
          <p:cNvPr id="674" name="Google Shape;674;p64"/>
          <p:cNvSpPr txBox="1"/>
          <p:nvPr>
            <p:ph idx="7" type="subTitle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75" name="Google Shape;675;p64"/>
          <p:cNvSpPr txBox="1"/>
          <p:nvPr>
            <p:ph idx="8" type="subTitle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676" name="Google Shape;676;p64"/>
          <p:cNvSpPr txBox="1"/>
          <p:nvPr>
            <p:ph idx="12" type="sldNum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0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indent="-4445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6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679" name="Google Shape;679;p6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6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84" name="Google Shape;684;p6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87" name="Google Shape;687;p6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688" name="Google Shape;688;p6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7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693" name="Google Shape;693;p7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7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7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698" name="Google Shape;698;p7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99" name="Google Shape;699;p7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7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7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704" name="Google Shape;704;p7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76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8" name="Google Shape;708;p76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09" name="Google Shape;709;p76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10" name="Google Shape;710;p76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11" name="Google Shape;711;p76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12" name="Google Shape;712;p76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13" name="Google Shape;713;p76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16" name="Google Shape;716;p77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17" name="Google Shape;717;p77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7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720" name="Google Shape;720;p78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21" name="Google Shape;721;p78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22" name="Google Shape;722;p78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23" name="Google Shape;723;p78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79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26" name="Google Shape;726;p79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27" name="Google Shape;727;p79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728" name="Google Shape;728;p79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29" name="Google Shape;729;p79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30" name="Google Shape;730;p79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31" name="Google Shape;731;p79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80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34" name="Google Shape;734;p80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35" name="Google Shape;735;p80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36" name="Google Shape;736;p80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37" name="Google Shape;737;p80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738" name="Google Shape;738;p80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39" name="Google Shape;739;p80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40" name="Google Shape;740;p80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41" name="Google Shape;741;p80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8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44" name="Google Shape;744;p81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82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47" name="Google Shape;747;p82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748" name="Google Shape;748;p82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749" name="Google Shape;749;p82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50" name="Google Shape;750;p8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1" name="Google Shape;751;p82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52" name="Google Shape;752;p82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83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55" name="Google Shape;755;p83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756" name="Google Shape;756;p83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757" name="Google Shape;757;p83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58" name="Google Shape;758;p83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759" name="Google Shape;759;p83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760" name="Google Shape;760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1" name="Google Shape;761;p83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62" name="Google Shape;762;p83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63" name="Google Shape;763;p83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84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85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68" name="Google Shape;768;p85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69" name="Google Shape;769;p85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0" name="Google Shape;770;p85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1" name="Google Shape;771;p85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2" name="Google Shape;772;p85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3" name="Google Shape;773;p85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74" name="Google Shape;774;p85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5" name="Google Shape;775;p85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776" name="Google Shape;776;p85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theme" Target="../theme/theme1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81.xml"/><Relationship Id="rId20" Type="http://schemas.openxmlformats.org/officeDocument/2006/relationships/slideLayout" Target="../slideLayouts/slideLayout61.xml"/><Relationship Id="rId42" Type="http://schemas.openxmlformats.org/officeDocument/2006/relationships/slideLayout" Target="../slideLayouts/slideLayout83.xml"/><Relationship Id="rId4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63.xml"/><Relationship Id="rId21" Type="http://schemas.openxmlformats.org/officeDocument/2006/relationships/slideLayout" Target="../slideLayouts/slideLayout62.xml"/><Relationship Id="rId43" Type="http://schemas.openxmlformats.org/officeDocument/2006/relationships/theme" Target="../theme/theme3.xml"/><Relationship Id="rId24" Type="http://schemas.openxmlformats.org/officeDocument/2006/relationships/slideLayout" Target="../slideLayouts/slideLayout65.xml"/><Relationship Id="rId23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26" Type="http://schemas.openxmlformats.org/officeDocument/2006/relationships/slideLayout" Target="../slideLayouts/slideLayout67.xml"/><Relationship Id="rId25" Type="http://schemas.openxmlformats.org/officeDocument/2006/relationships/slideLayout" Target="../slideLayouts/slideLayout66.xml"/><Relationship Id="rId28" Type="http://schemas.openxmlformats.org/officeDocument/2006/relationships/slideLayout" Target="../slideLayouts/slideLayout69.xml"/><Relationship Id="rId27" Type="http://schemas.openxmlformats.org/officeDocument/2006/relationships/slideLayout" Target="../slideLayouts/slideLayout68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70.xml"/><Relationship Id="rId7" Type="http://schemas.openxmlformats.org/officeDocument/2006/relationships/slideLayout" Target="../slideLayouts/slideLayout48.xml"/><Relationship Id="rId8" Type="http://schemas.openxmlformats.org/officeDocument/2006/relationships/slideLayout" Target="../slideLayouts/slideLayout49.xml"/><Relationship Id="rId31" Type="http://schemas.openxmlformats.org/officeDocument/2006/relationships/slideLayout" Target="../slideLayouts/slideLayout72.xml"/><Relationship Id="rId3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52.xml"/><Relationship Id="rId33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51.xml"/><Relationship Id="rId3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54.xml"/><Relationship Id="rId35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53.xml"/><Relationship Id="rId3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56.xml"/><Relationship Id="rId37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55.xml"/><Relationship Id="rId3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58.xml"/><Relationship Id="rId39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57.xml"/><Relationship Id="rId3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60.xml"/><Relationship Id="rId18" Type="http://schemas.openxmlformats.org/officeDocument/2006/relationships/slideLayout" Target="../slideLayouts/slideLayout5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436725" y="2144775"/>
            <a:ext cx="4088400" cy="276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36725" y="457200"/>
            <a:ext cx="76908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113250" y="2215425"/>
            <a:ext cx="3834600" cy="251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●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○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BM Plex Sans"/>
              <a:buChar char="■"/>
              <a:defRPr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459">
          <p15:clr>
            <a:srgbClr val="00FFFF"/>
          </p15:clr>
        </p15:guide>
        <p15:guide id="2" pos="275">
          <p15:clr>
            <a:srgbClr val="00FFFF"/>
          </p15:clr>
        </p15:guide>
        <p15:guide id="3" orient="horz" pos="144">
          <p15:clr>
            <a:srgbClr val="00FFFF"/>
          </p15:clr>
        </p15:guide>
        <p15:guide id="4" orient="horz" pos="3094">
          <p15:clr>
            <a:srgbClr val="00FFFF"/>
          </p15:clr>
        </p15:guide>
        <p15:guide id="5" pos="2850">
          <p15:clr>
            <a:srgbClr val="00FFFF"/>
          </p15:clr>
        </p15:guide>
        <p15:guide id="6" pos="2910">
          <p15:clr>
            <a:srgbClr val="00FFFF"/>
          </p15:clr>
        </p15:guide>
        <p15:guide id="7" pos="1468">
          <p15:clr>
            <a:srgbClr val="00FFFF"/>
          </p15:clr>
        </p15:guide>
        <p15:guide id="8" pos="1527">
          <p15:clr>
            <a:srgbClr val="00FFFF"/>
          </p15:clr>
        </p15:guide>
        <p15:guide id="9" pos="4226">
          <p15:clr>
            <a:srgbClr val="00FFFF"/>
          </p15:clr>
        </p15:guide>
        <p15:guide id="10" pos="4285">
          <p15:clr>
            <a:srgbClr val="00FFFF"/>
          </p15:clr>
        </p15:guide>
        <p15:guide id="11" pos="3773">
          <p15:clr>
            <a:srgbClr val="00FFFF"/>
          </p15:clr>
        </p15:guide>
        <p15:guide id="12" pos="3830">
          <p15:clr>
            <a:srgbClr val="00FFFF"/>
          </p15:clr>
        </p15:guide>
        <p15:guide id="13" pos="1930">
          <p15:clr>
            <a:srgbClr val="00FFFF"/>
          </p15:clr>
        </p15:guide>
        <p15:guide id="14" pos="1987">
          <p15:clr>
            <a:srgbClr val="00FFFF"/>
          </p15:clr>
        </p15:guide>
        <p15:guide id="15" orient="horz" pos="288">
          <p15:clr>
            <a:srgbClr val="00FFFF"/>
          </p15:clr>
        </p15:guide>
        <p15:guide id="16" orient="horz" pos="2950">
          <p15:clr>
            <a:srgbClr val="00FFFF"/>
          </p15:clr>
        </p15:guide>
        <p15:guide id="17" orient="horz" pos="1135">
          <p15:clr>
            <a:srgbClr val="00FFFF"/>
          </p15:clr>
        </p15:guide>
        <p15:guide id="18" orient="horz" pos="1194">
          <p15:clr>
            <a:srgbClr val="00FFFF"/>
          </p15:clr>
        </p15:guide>
        <p15:guide id="19" orient="horz" pos="2043">
          <p15:clr>
            <a:srgbClr val="00FFFF"/>
          </p15:clr>
        </p15:guide>
        <p15:guide id="20" orient="horz" pos="2103">
          <p15:clr>
            <a:srgbClr val="00FFFF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2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3"/>
          <p:cNvSpPr txBox="1"/>
          <p:nvPr>
            <p:ph type="title"/>
          </p:nvPr>
        </p:nvSpPr>
        <p:spPr>
          <a:xfrm>
            <a:off x="284850" y="285900"/>
            <a:ext cx="64239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  <p:sp>
        <p:nvSpPr>
          <p:cNvPr id="436" name="Google Shape;436;p43"/>
          <p:cNvSpPr txBox="1"/>
          <p:nvPr>
            <p:ph idx="1" type="body"/>
          </p:nvPr>
        </p:nvSpPr>
        <p:spPr>
          <a:xfrm>
            <a:off x="284850" y="2001325"/>
            <a:ext cx="4088100" cy="24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  <p:sldLayoutId id="2147483716" r:id="rId28"/>
    <p:sldLayoutId id="2147483717" r:id="rId29"/>
    <p:sldLayoutId id="2147483718" r:id="rId30"/>
    <p:sldLayoutId id="2147483719" r:id="rId31"/>
    <p:sldLayoutId id="2147483720" r:id="rId32"/>
    <p:sldLayoutId id="2147483721" r:id="rId33"/>
    <p:sldLayoutId id="2147483722" r:id="rId34"/>
    <p:sldLayoutId id="2147483723" r:id="rId35"/>
    <p:sldLayoutId id="2147483724" r:id="rId36"/>
    <p:sldLayoutId id="2147483725" r:id="rId37"/>
    <p:sldLayoutId id="2147483726" r:id="rId38"/>
    <p:sldLayoutId id="2147483727" r:id="rId39"/>
    <p:sldLayoutId id="2147483728" r:id="rId40"/>
    <p:sldLayoutId id="2147483729" r:id="rId41"/>
    <p:sldLayoutId id="2147483730" r:id="rId4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175">
          <p15:clr>
            <a:srgbClr val="E46962"/>
          </p15:clr>
        </p15:guide>
        <p15:guide id="2" orient="horz" pos="3061">
          <p15:clr>
            <a:srgbClr val="E46962"/>
          </p15:clr>
        </p15:guide>
        <p15:guide id="3" orient="horz" pos="175">
          <p15:clr>
            <a:srgbClr val="E46962"/>
          </p15:clr>
        </p15:guide>
        <p15:guide id="4" pos="5585">
          <p15:clr>
            <a:srgbClr val="E46962"/>
          </p15:clr>
        </p15:guide>
        <p15:guide id="5" orient="horz" pos="1620">
          <p15:clr>
            <a:srgbClr val="E46962"/>
          </p15:clr>
        </p15:guide>
        <p15:guide id="6" pos="288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doi.org/10.1016/j.ijhm.2018.05.007" TargetMode="External"/><Relationship Id="rId5" Type="http://schemas.openxmlformats.org/officeDocument/2006/relationships/hyperlink" Target="https://arno.uvt.nl/show.cgi?fid=161302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hyperlink" Target="https://www.breakingnews.ie/ireland/almost-6-5m-nights-spent-in-airbnb-style-accommodation-in-ireland-in-2023-1658162.html" TargetMode="External"/><Relationship Id="rId5" Type="http://schemas.openxmlformats.org/officeDocument/2006/relationships/hyperlink" Target="https://www.myirelandtour.com/travelguide/dublin/index.php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airbnbpredictclean-z5ff34yvmkqmbfbgywf5fv.streamlit.app/" TargetMode="External"/><Relationship Id="rId9" Type="http://schemas.openxmlformats.org/officeDocument/2006/relationships/image" Target="../media/image5.png"/><Relationship Id="rId5" Type="http://schemas.openxmlformats.org/officeDocument/2006/relationships/hyperlink" Target="https://airbnbpredictclean-olwqxxkr2hyxaxsdhxyoxr.streamlit.app/" TargetMode="External"/><Relationship Id="rId6" Type="http://schemas.openxmlformats.org/officeDocument/2006/relationships/hyperlink" Target="https://airbnbpredictclean-z5ff34yvmkqmbfbgywf5fv.streamlit.app/" TargetMode="External"/><Relationship Id="rId7" Type="http://schemas.openxmlformats.org/officeDocument/2006/relationships/image" Target="../media/image4.png"/><Relationship Id="rId8" Type="http://schemas.openxmlformats.org/officeDocument/2006/relationships/hyperlink" Target="https://airbnbpredictclean-olwqxxkr2hyxaxsdhxyoxr.streamlit.app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hyperlink" Target="https://doi.org/10.1016/j.ijhm.2018.05.007" TargetMode="External"/><Relationship Id="rId5" Type="http://schemas.openxmlformats.org/officeDocument/2006/relationships/hyperlink" Target="https://arno.uvt.nl/show.cgi?fid=161302" TargetMode="External"/><Relationship Id="rId6" Type="http://schemas.openxmlformats.org/officeDocument/2006/relationships/hyperlink" Target="http://breakingnew.ie" TargetMode="External"/><Relationship Id="rId7" Type="http://schemas.openxmlformats.org/officeDocument/2006/relationships/hyperlink" Target="https://www.breakingnews.ie/ireland/almost-6-5m-nights-spent-in-airbnb-style-accommodation-in-ireland-in-2023-1658162.html" TargetMode="External"/><Relationship Id="rId8" Type="http://schemas.openxmlformats.org/officeDocument/2006/relationships/hyperlink" Target="https://www.myirelandtour.com/travelguide/dublin/index.php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1" name="Google Shape;781;p86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86"/>
          <p:cNvSpPr txBox="1"/>
          <p:nvPr>
            <p:ph type="title"/>
          </p:nvPr>
        </p:nvSpPr>
        <p:spPr>
          <a:xfrm>
            <a:off x="1027075" y="277500"/>
            <a:ext cx="7671900" cy="1726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Predictive Performance Analysis of Airbnb Matrix</a:t>
            </a:r>
            <a:endParaRPr b="1"/>
          </a:p>
        </p:txBody>
      </p:sp>
      <p:sp>
        <p:nvSpPr>
          <p:cNvPr id="783" name="Google Shape;783;p86"/>
          <p:cNvSpPr txBox="1"/>
          <p:nvPr/>
        </p:nvSpPr>
        <p:spPr>
          <a:xfrm>
            <a:off x="1383225" y="2457675"/>
            <a:ext cx="6724200" cy="243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Emmanuel Osayande Aghedo</a:t>
            </a:r>
            <a:endParaRPr b="1"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Viva Presentation</a:t>
            </a:r>
            <a:endParaRPr sz="20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Department of Computer Science and Creative Technologies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Faculty of Environment and Technology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University of the West of England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Student ID: 23016468</a:t>
            </a:r>
            <a:endParaRPr b="1"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8" name="Google Shape;788;p87"/>
          <p:cNvGrpSpPr/>
          <p:nvPr/>
        </p:nvGrpSpPr>
        <p:grpSpPr>
          <a:xfrm>
            <a:off x="4970338" y="851918"/>
            <a:ext cx="644025" cy="121200"/>
            <a:chOff x="5238750" y="1016375"/>
            <a:chExt cx="644025" cy="121200"/>
          </a:xfrm>
        </p:grpSpPr>
        <p:cxnSp>
          <p:nvCxnSpPr>
            <p:cNvPr id="789" name="Google Shape;789;p87"/>
            <p:cNvCxnSpPr/>
            <p:nvPr/>
          </p:nvCxnSpPr>
          <p:spPr>
            <a:xfrm>
              <a:off x="5238750" y="1076325"/>
              <a:ext cx="6402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0" name="Google Shape;790;p87"/>
            <p:cNvCxnSpPr/>
            <p:nvPr/>
          </p:nvCxnSpPr>
          <p:spPr>
            <a:xfrm rot="10800000">
              <a:off x="5822175" y="10163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1" name="Google Shape;791;p87"/>
            <p:cNvCxnSpPr/>
            <p:nvPr/>
          </p:nvCxnSpPr>
          <p:spPr>
            <a:xfrm flipH="1">
              <a:off x="5822175" y="10769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792" name="Google Shape;792;p87"/>
          <p:cNvGrpSpPr/>
          <p:nvPr/>
        </p:nvGrpSpPr>
        <p:grpSpPr>
          <a:xfrm>
            <a:off x="4970338" y="1872218"/>
            <a:ext cx="644025" cy="121200"/>
            <a:chOff x="5238750" y="1016375"/>
            <a:chExt cx="644025" cy="121200"/>
          </a:xfrm>
        </p:grpSpPr>
        <p:cxnSp>
          <p:nvCxnSpPr>
            <p:cNvPr id="793" name="Google Shape;793;p87"/>
            <p:cNvCxnSpPr/>
            <p:nvPr/>
          </p:nvCxnSpPr>
          <p:spPr>
            <a:xfrm>
              <a:off x="5238750" y="1076325"/>
              <a:ext cx="6402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4" name="Google Shape;794;p87"/>
            <p:cNvCxnSpPr/>
            <p:nvPr/>
          </p:nvCxnSpPr>
          <p:spPr>
            <a:xfrm rot="10800000">
              <a:off x="5822175" y="10163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5" name="Google Shape;795;p87"/>
            <p:cNvCxnSpPr/>
            <p:nvPr/>
          </p:nvCxnSpPr>
          <p:spPr>
            <a:xfrm flipH="1">
              <a:off x="5822175" y="10769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796" name="Google Shape;796;p87"/>
          <p:cNvGrpSpPr/>
          <p:nvPr/>
        </p:nvGrpSpPr>
        <p:grpSpPr>
          <a:xfrm>
            <a:off x="4970338" y="2892518"/>
            <a:ext cx="644025" cy="121200"/>
            <a:chOff x="5238750" y="1016375"/>
            <a:chExt cx="644025" cy="121200"/>
          </a:xfrm>
        </p:grpSpPr>
        <p:cxnSp>
          <p:nvCxnSpPr>
            <p:cNvPr id="797" name="Google Shape;797;p87"/>
            <p:cNvCxnSpPr/>
            <p:nvPr/>
          </p:nvCxnSpPr>
          <p:spPr>
            <a:xfrm>
              <a:off x="5238750" y="1076325"/>
              <a:ext cx="6402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8" name="Google Shape;798;p87"/>
            <p:cNvCxnSpPr/>
            <p:nvPr/>
          </p:nvCxnSpPr>
          <p:spPr>
            <a:xfrm rot="10800000">
              <a:off x="5822175" y="10163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9" name="Google Shape;799;p87"/>
            <p:cNvCxnSpPr/>
            <p:nvPr/>
          </p:nvCxnSpPr>
          <p:spPr>
            <a:xfrm flipH="1">
              <a:off x="5822175" y="10769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800" name="Google Shape;800;p87"/>
          <p:cNvGrpSpPr/>
          <p:nvPr/>
        </p:nvGrpSpPr>
        <p:grpSpPr>
          <a:xfrm>
            <a:off x="4970338" y="3912818"/>
            <a:ext cx="644025" cy="121200"/>
            <a:chOff x="5238750" y="1016375"/>
            <a:chExt cx="644025" cy="121200"/>
          </a:xfrm>
        </p:grpSpPr>
        <p:cxnSp>
          <p:nvCxnSpPr>
            <p:cNvPr id="801" name="Google Shape;801;p87"/>
            <p:cNvCxnSpPr/>
            <p:nvPr/>
          </p:nvCxnSpPr>
          <p:spPr>
            <a:xfrm>
              <a:off x="5238750" y="1076325"/>
              <a:ext cx="640200" cy="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02" name="Google Shape;802;p87"/>
            <p:cNvCxnSpPr/>
            <p:nvPr/>
          </p:nvCxnSpPr>
          <p:spPr>
            <a:xfrm rot="10800000">
              <a:off x="5822175" y="10163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03" name="Google Shape;803;p87"/>
            <p:cNvCxnSpPr/>
            <p:nvPr/>
          </p:nvCxnSpPr>
          <p:spPr>
            <a:xfrm flipH="1">
              <a:off x="5822175" y="1076975"/>
              <a:ext cx="60600" cy="606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04" name="Google Shape;804;p87"/>
          <p:cNvSpPr txBox="1"/>
          <p:nvPr>
            <p:ph type="title"/>
          </p:nvPr>
        </p:nvSpPr>
        <p:spPr>
          <a:xfrm>
            <a:off x="436725" y="1231825"/>
            <a:ext cx="2301900" cy="212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500"/>
              <a:t>Introduction</a:t>
            </a:r>
            <a:r>
              <a:rPr lang="en" sz="1500"/>
              <a:t>:</a:t>
            </a:r>
            <a:r>
              <a:rPr lang="en" sz="1700"/>
              <a:t> 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Airbnb is an online platform that allows people to rent out their homes, apartments, or other properties to travellers looking for short-term accommodations. </a:t>
            </a:r>
            <a:endParaRPr/>
          </a:p>
        </p:txBody>
      </p:sp>
      <p:sp>
        <p:nvSpPr>
          <p:cNvPr id="805" name="Google Shape;805;p87"/>
          <p:cNvSpPr txBox="1"/>
          <p:nvPr>
            <p:ph idx="2" type="subTitle"/>
          </p:nvPr>
        </p:nvSpPr>
        <p:spPr>
          <a:xfrm>
            <a:off x="3687450" y="8148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Objective 1: </a:t>
            </a:r>
            <a:r>
              <a:rPr lang="en" sz="1300"/>
              <a:t>Prediction</a:t>
            </a:r>
            <a:r>
              <a:rPr lang="en" sz="1300"/>
              <a:t> Model</a:t>
            </a:r>
            <a:endParaRPr sz="1300"/>
          </a:p>
        </p:txBody>
      </p:sp>
      <p:sp>
        <p:nvSpPr>
          <p:cNvPr id="806" name="Google Shape;806;p87"/>
          <p:cNvSpPr txBox="1"/>
          <p:nvPr>
            <p:ph idx="3" type="subTitle"/>
          </p:nvPr>
        </p:nvSpPr>
        <p:spPr>
          <a:xfrm>
            <a:off x="5948075" y="8148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Develop a predictive model to predict optimal listings price and identify influential attributes.</a:t>
            </a:r>
            <a:endParaRPr sz="1200"/>
          </a:p>
        </p:txBody>
      </p:sp>
      <p:sp>
        <p:nvSpPr>
          <p:cNvPr id="807" name="Google Shape;807;p87"/>
          <p:cNvSpPr txBox="1"/>
          <p:nvPr>
            <p:ph idx="4" type="subTitle"/>
          </p:nvPr>
        </p:nvSpPr>
        <p:spPr>
          <a:xfrm>
            <a:off x="3687450" y="18351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Objective 2: </a:t>
            </a:r>
            <a:r>
              <a:rPr lang="en" sz="1300"/>
              <a:t>Sentiment</a:t>
            </a:r>
            <a:r>
              <a:rPr lang="en" sz="1300"/>
              <a:t> analysis</a:t>
            </a:r>
            <a:endParaRPr sz="1300"/>
          </a:p>
        </p:txBody>
      </p:sp>
      <p:sp>
        <p:nvSpPr>
          <p:cNvPr id="808" name="Google Shape;808;p87"/>
          <p:cNvSpPr txBox="1"/>
          <p:nvPr>
            <p:ph idx="5" type="subTitle"/>
          </p:nvPr>
        </p:nvSpPr>
        <p:spPr>
          <a:xfrm>
            <a:off x="5948075" y="18351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Analyze guest reviews and satisfaction to quantify </a:t>
            </a:r>
            <a:r>
              <a:rPr lang="en" sz="1200"/>
              <a:t>relationship</a:t>
            </a:r>
            <a:r>
              <a:rPr lang="en" sz="1200"/>
              <a:t> with </a:t>
            </a:r>
            <a:r>
              <a:rPr lang="en" sz="1200"/>
              <a:t>performance</a:t>
            </a:r>
            <a:r>
              <a:rPr lang="en" sz="1200"/>
              <a:t> trends.</a:t>
            </a:r>
            <a:endParaRPr sz="1200"/>
          </a:p>
        </p:txBody>
      </p:sp>
      <p:sp>
        <p:nvSpPr>
          <p:cNvPr id="809" name="Google Shape;809;p87"/>
          <p:cNvSpPr txBox="1"/>
          <p:nvPr>
            <p:ph idx="6" type="subTitle"/>
          </p:nvPr>
        </p:nvSpPr>
        <p:spPr>
          <a:xfrm>
            <a:off x="3687450" y="28554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Objective 3: Recommender system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810" name="Google Shape;810;p87"/>
          <p:cNvSpPr txBox="1"/>
          <p:nvPr>
            <p:ph idx="7" type="subTitle"/>
          </p:nvPr>
        </p:nvSpPr>
        <p:spPr>
          <a:xfrm>
            <a:off x="5948075" y="28554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Implement</a:t>
            </a:r>
            <a:r>
              <a:rPr lang="en" sz="1200"/>
              <a:t> collaborative filtering for optimized guest discovery based on listings traits.</a:t>
            </a:r>
            <a:endParaRPr sz="1200"/>
          </a:p>
        </p:txBody>
      </p:sp>
      <p:sp>
        <p:nvSpPr>
          <p:cNvPr id="811" name="Google Shape;811;p87"/>
          <p:cNvSpPr txBox="1"/>
          <p:nvPr>
            <p:ph idx="8" type="subTitle"/>
          </p:nvPr>
        </p:nvSpPr>
        <p:spPr>
          <a:xfrm>
            <a:off x="3687450" y="3875700"/>
            <a:ext cx="9492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Objective 4: Actionable insights</a:t>
            </a:r>
            <a:endParaRPr sz="1500">
              <a:solidFill>
                <a:srgbClr val="3C4043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812" name="Google Shape;812;p87"/>
          <p:cNvSpPr txBox="1"/>
          <p:nvPr>
            <p:ph idx="9" type="subTitle"/>
          </p:nvPr>
        </p:nvSpPr>
        <p:spPr>
          <a:xfrm>
            <a:off x="5948075" y="3875700"/>
            <a:ext cx="2691000" cy="25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Synthesises output into an interactive tool.</a:t>
            </a:r>
            <a:endParaRPr sz="1200"/>
          </a:p>
        </p:txBody>
      </p:sp>
      <p:pic>
        <p:nvPicPr>
          <p:cNvPr id="813" name="Google Shape;813;p87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87"/>
          <p:cNvSpPr txBox="1"/>
          <p:nvPr/>
        </p:nvSpPr>
        <p:spPr>
          <a:xfrm>
            <a:off x="2423700" y="146475"/>
            <a:ext cx="5122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Introduction / </a:t>
            </a:r>
            <a:r>
              <a:rPr lang="en" sz="26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Project </a:t>
            </a:r>
            <a:r>
              <a:rPr lang="en" sz="26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Objectives</a:t>
            </a:r>
            <a:r>
              <a:rPr lang="en" sz="26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  <a:endParaRPr sz="26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15" name="Google Shape;815;p87"/>
          <p:cNvSpPr txBox="1"/>
          <p:nvPr>
            <p:ph type="title"/>
          </p:nvPr>
        </p:nvSpPr>
        <p:spPr>
          <a:xfrm>
            <a:off x="436725" y="3671525"/>
            <a:ext cx="2301900" cy="1027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Aim: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Develop an integrated, data-driven framework to derive value from  Airbnb data.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0" name="Google Shape;820;p88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21" name="Google Shape;821;p88"/>
          <p:cNvSpPr txBox="1"/>
          <p:nvPr>
            <p:ph idx="4294967295" type="body"/>
          </p:nvPr>
        </p:nvSpPr>
        <p:spPr>
          <a:xfrm>
            <a:off x="277500" y="2043275"/>
            <a:ext cx="2176200" cy="176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Host:</a:t>
            </a:r>
            <a:r>
              <a:rPr lang="en" sz="1400"/>
              <a:t> Limited pricing tools; rely on social learning (</a:t>
            </a:r>
            <a:r>
              <a:rPr lang="en" sz="1400" u="sng">
                <a:solidFill>
                  <a:schemeClr val="hlink"/>
                </a:solidFill>
                <a:hlinkClick r:id="rId4"/>
              </a:rPr>
              <a:t>Xie et al., 2010</a:t>
            </a:r>
            <a:r>
              <a:rPr lang="en" sz="1400"/>
              <a:t>)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Guests</a:t>
            </a:r>
            <a:r>
              <a:rPr lang="en" sz="1400"/>
              <a:t>:  Quality assessment difficulty &amp; info overload (</a:t>
            </a:r>
            <a:r>
              <a:rPr lang="en" sz="1400" u="sng">
                <a:solidFill>
                  <a:schemeClr val="hlink"/>
                </a:solidFill>
                <a:hlinkClick r:id="rId5"/>
              </a:rPr>
              <a:t>Mishara, 2021</a:t>
            </a:r>
            <a:r>
              <a:rPr lang="en" sz="1400"/>
              <a:t>)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22" name="Google Shape;822;p88"/>
          <p:cNvSpPr txBox="1"/>
          <p:nvPr>
            <p:ph idx="4294967295" type="body"/>
          </p:nvPr>
        </p:nvSpPr>
        <p:spPr>
          <a:xfrm>
            <a:off x="3218013" y="1979375"/>
            <a:ext cx="1986900" cy="182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Predictive modelling:</a:t>
            </a:r>
            <a:r>
              <a:rPr lang="en" sz="1400"/>
              <a:t> Actionable price predictions to optimize host revenue.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Recommender System:</a:t>
            </a:r>
            <a:r>
              <a:rPr lang="en" sz="1400"/>
              <a:t>  Personalised filtering to simplify the guest journey.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23" name="Google Shape;823;p88"/>
          <p:cNvSpPr txBox="1"/>
          <p:nvPr>
            <p:ph idx="4294967295" type="body"/>
          </p:nvPr>
        </p:nvSpPr>
        <p:spPr>
          <a:xfrm>
            <a:off x="6548375" y="2011325"/>
            <a:ext cx="1986900" cy="122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Prior studies treat price prediction and recommendation systems as independent silos (Xie et al., 2010; Mishara, 2021).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400"/>
              <a:t>To develop a unified analytical framework that integrates these systems for a holistic marketplace experience.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88"/>
          <p:cNvSpPr txBox="1"/>
          <p:nvPr/>
        </p:nvSpPr>
        <p:spPr>
          <a:xfrm>
            <a:off x="913800" y="594375"/>
            <a:ext cx="8230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/ </a:t>
            </a:r>
            <a:r>
              <a:rPr lang="en" sz="32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Project Rational.</a:t>
            </a:r>
            <a:endParaRPr sz="32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25" name="Google Shape;825;p88"/>
          <p:cNvSpPr txBox="1"/>
          <p:nvPr/>
        </p:nvSpPr>
        <p:spPr>
          <a:xfrm>
            <a:off x="277500" y="1594300"/>
            <a:ext cx="2710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  <a:endParaRPr b="1" sz="17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26" name="Google Shape;826;p88"/>
          <p:cNvSpPr txBox="1"/>
          <p:nvPr/>
        </p:nvSpPr>
        <p:spPr>
          <a:xfrm>
            <a:off x="3216750" y="1594300"/>
            <a:ext cx="2710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Solution</a:t>
            </a:r>
            <a:endParaRPr b="1" sz="17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27" name="Google Shape;827;p88"/>
          <p:cNvSpPr txBox="1"/>
          <p:nvPr/>
        </p:nvSpPr>
        <p:spPr>
          <a:xfrm>
            <a:off x="6548375" y="1594300"/>
            <a:ext cx="2293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Goal</a:t>
            </a:r>
            <a:endParaRPr b="1" sz="17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89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89"/>
          <p:cNvSpPr txBox="1"/>
          <p:nvPr>
            <p:ph idx="4294967295" type="subTitle"/>
          </p:nvPr>
        </p:nvSpPr>
        <p:spPr>
          <a:xfrm>
            <a:off x="451175" y="1404975"/>
            <a:ext cx="2425200" cy="45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Source: 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Inside Airbnb, a mission-driven, grassroots project providing transparent, non-commercial rental data.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Context: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Dublin was selected due to its high-density tourism profile and complex real estate market. (</a:t>
            </a:r>
            <a:r>
              <a:rPr lang="en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BreakingNews.ie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2024 and</a:t>
            </a:r>
            <a:r>
              <a:rPr lang="en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 My Ireland Tour, n.d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 Scope: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The research utilizes two primary relational datasets: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89"/>
          <p:cNvSpPr txBox="1"/>
          <p:nvPr>
            <p:ph idx="3" type="subTitle"/>
          </p:nvPr>
        </p:nvSpPr>
        <p:spPr>
          <a:xfrm>
            <a:off x="3432000" y="3133675"/>
            <a:ext cx="2557500" cy="993600"/>
          </a:xfrm>
          <a:prstGeom prst="rect">
            <a:avLst/>
          </a:prstGeom>
        </p:spPr>
        <p:txBody>
          <a:bodyPr anchorCtr="0" anchor="b" bIns="91425" lIns="91425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Listings Dataset </a:t>
            </a:r>
            <a:r>
              <a:rPr b="1" lang="en" sz="15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(listings.csv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Contents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Detailed attributes of each property.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Features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Price, location (coordinates), Host characteristics property type, room type, and review scores.</a:t>
            </a:r>
            <a:endParaRPr sz="2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89"/>
          <p:cNvSpPr txBox="1"/>
          <p:nvPr>
            <p:ph idx="4294967295" type="subTitle"/>
          </p:nvPr>
        </p:nvSpPr>
        <p:spPr>
          <a:xfrm>
            <a:off x="6385900" y="1294075"/>
            <a:ext cx="2557500" cy="1358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Reviews Dataset (</a:t>
            </a:r>
            <a:r>
              <a:rPr b="1" lang="en" sz="15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reviews.csv</a:t>
            </a: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1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Contents: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Historical guest feedback and timestamps.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Features:</a:t>
            </a:r>
            <a:r>
              <a:rPr lang="en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Reviewer ID, Date, and Comment text.</a:t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6" name="Google Shape;836;p89"/>
          <p:cNvSpPr txBox="1"/>
          <p:nvPr>
            <p:ph idx="4294967295" type="title"/>
          </p:nvPr>
        </p:nvSpPr>
        <p:spPr>
          <a:xfrm>
            <a:off x="1934400" y="310938"/>
            <a:ext cx="5552700" cy="263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900"/>
              <a:t>Data Description</a:t>
            </a:r>
            <a:endParaRPr b="1"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1" name="Google Shape;841;p90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42" name="Google Shape;842;p90"/>
          <p:cNvSpPr/>
          <p:nvPr/>
        </p:nvSpPr>
        <p:spPr>
          <a:xfrm>
            <a:off x="92425" y="1382950"/>
            <a:ext cx="866700" cy="1285800"/>
          </a:xfrm>
          <a:prstGeom prst="can">
            <a:avLst>
              <a:gd fmla="val 25000" name="adj"/>
            </a:avLst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Data Source</a:t>
            </a:r>
            <a:endParaRPr sz="1200"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(Inside Airbnb)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3" name="Google Shape;843;p90"/>
          <p:cNvSpPr/>
          <p:nvPr/>
        </p:nvSpPr>
        <p:spPr>
          <a:xfrm>
            <a:off x="1260525" y="1383000"/>
            <a:ext cx="866700" cy="1285800"/>
          </a:xfrm>
          <a:prstGeom prst="can">
            <a:avLst>
              <a:gd fmla="val 25000" name="adj"/>
            </a:avLst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Merge Listings and Reviews data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4" name="Google Shape;844;p90"/>
          <p:cNvSpPr/>
          <p:nvPr/>
        </p:nvSpPr>
        <p:spPr>
          <a:xfrm>
            <a:off x="2428625" y="1789175"/>
            <a:ext cx="1653300" cy="469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Arimo"/>
                <a:ea typeface="Arimo"/>
                <a:cs typeface="Arimo"/>
                <a:sym typeface="Arimo"/>
              </a:rPr>
              <a:t>Data Preprocessing and Cleaning</a:t>
            </a:r>
            <a:endParaRPr sz="13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5" name="Google Shape;845;p90"/>
          <p:cNvSpPr/>
          <p:nvPr/>
        </p:nvSpPr>
        <p:spPr>
          <a:xfrm>
            <a:off x="4351675" y="1768775"/>
            <a:ext cx="877500" cy="469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EDA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6" name="Google Shape;846;p90"/>
          <p:cNvSpPr/>
          <p:nvPr/>
        </p:nvSpPr>
        <p:spPr>
          <a:xfrm>
            <a:off x="5389738" y="1766975"/>
            <a:ext cx="1277400" cy="564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Data Aggregate and Encoding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7" name="Google Shape;847;p90"/>
          <p:cNvSpPr/>
          <p:nvPr/>
        </p:nvSpPr>
        <p:spPr>
          <a:xfrm>
            <a:off x="6843500" y="1768775"/>
            <a:ext cx="877500" cy="469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Predict Price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8" name="Google Shape;848;p90"/>
          <p:cNvSpPr/>
          <p:nvPr/>
        </p:nvSpPr>
        <p:spPr>
          <a:xfrm>
            <a:off x="7988950" y="1712350"/>
            <a:ext cx="1002600" cy="5649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Model Evaluation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9" name="Google Shape;849;p90"/>
          <p:cNvSpPr/>
          <p:nvPr/>
        </p:nvSpPr>
        <p:spPr>
          <a:xfrm>
            <a:off x="1260525" y="3233650"/>
            <a:ext cx="866700" cy="1285800"/>
          </a:xfrm>
          <a:prstGeom prst="can">
            <a:avLst>
              <a:gd fmla="val 25000" name="adj"/>
            </a:avLst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Guest Feedback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0" name="Google Shape;850;p90"/>
          <p:cNvSpPr/>
          <p:nvPr/>
        </p:nvSpPr>
        <p:spPr>
          <a:xfrm>
            <a:off x="2540825" y="3570400"/>
            <a:ext cx="1428900" cy="6123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Sentiment Analysis (Vader)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1" name="Google Shape;851;p90"/>
          <p:cNvSpPr/>
          <p:nvPr/>
        </p:nvSpPr>
        <p:spPr>
          <a:xfrm>
            <a:off x="4496275" y="3641800"/>
            <a:ext cx="1168200" cy="469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Collaborative Filtering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2" name="Google Shape;852;p90"/>
          <p:cNvSpPr/>
          <p:nvPr/>
        </p:nvSpPr>
        <p:spPr>
          <a:xfrm>
            <a:off x="5998763" y="3641800"/>
            <a:ext cx="1168200" cy="469500"/>
          </a:xfrm>
          <a:prstGeom prst="rect">
            <a:avLst/>
          </a:prstGeom>
          <a:solidFill>
            <a:srgbClr val="4A86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Model Evaluation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3" name="Google Shape;853;p90"/>
          <p:cNvSpPr/>
          <p:nvPr/>
        </p:nvSpPr>
        <p:spPr>
          <a:xfrm>
            <a:off x="7823350" y="2668675"/>
            <a:ext cx="1277400" cy="5649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Save Best Model (XGBoost)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4" name="Google Shape;854;p90"/>
          <p:cNvSpPr/>
          <p:nvPr/>
        </p:nvSpPr>
        <p:spPr>
          <a:xfrm>
            <a:off x="7501275" y="3570400"/>
            <a:ext cx="1428900" cy="6123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Arimo"/>
                <a:ea typeface="Arimo"/>
                <a:cs typeface="Arimo"/>
                <a:sym typeface="Arimo"/>
              </a:rPr>
              <a:t>Save Best Model (BaselineOnly)</a:t>
            </a:r>
            <a:endParaRPr sz="1200">
              <a:latin typeface="Arimo"/>
              <a:ea typeface="Arimo"/>
              <a:cs typeface="Arimo"/>
              <a:sym typeface="Arimo"/>
            </a:endParaRPr>
          </a:p>
        </p:txBody>
      </p:sp>
      <p:cxnSp>
        <p:nvCxnSpPr>
          <p:cNvPr id="855" name="Google Shape;855;p90"/>
          <p:cNvCxnSpPr>
            <a:stCxn id="842" idx="4"/>
            <a:endCxn id="843" idx="2"/>
          </p:cNvCxnSpPr>
          <p:nvPr/>
        </p:nvCxnSpPr>
        <p:spPr>
          <a:xfrm>
            <a:off x="959125" y="2025850"/>
            <a:ext cx="301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6" name="Google Shape;856;p90"/>
          <p:cNvCxnSpPr>
            <a:stCxn id="843" idx="4"/>
            <a:endCxn id="844" idx="1"/>
          </p:cNvCxnSpPr>
          <p:nvPr/>
        </p:nvCxnSpPr>
        <p:spPr>
          <a:xfrm flipH="1" rot="10800000">
            <a:off x="2127225" y="2023800"/>
            <a:ext cx="3015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7" name="Google Shape;857;p90"/>
          <p:cNvCxnSpPr>
            <a:endCxn id="847" idx="1"/>
          </p:cNvCxnSpPr>
          <p:nvPr/>
        </p:nvCxnSpPr>
        <p:spPr>
          <a:xfrm flipH="1" rot="10800000">
            <a:off x="6667100" y="2003525"/>
            <a:ext cx="1764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8" name="Google Shape;858;p90"/>
          <p:cNvCxnSpPr>
            <a:stCxn id="843" idx="3"/>
            <a:endCxn id="849" idx="1"/>
          </p:cNvCxnSpPr>
          <p:nvPr/>
        </p:nvCxnSpPr>
        <p:spPr>
          <a:xfrm>
            <a:off x="1693875" y="2668800"/>
            <a:ext cx="0" cy="56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9" name="Google Shape;859;p90"/>
          <p:cNvCxnSpPr>
            <a:stCxn id="849" idx="4"/>
            <a:endCxn id="850" idx="1"/>
          </p:cNvCxnSpPr>
          <p:nvPr/>
        </p:nvCxnSpPr>
        <p:spPr>
          <a:xfrm>
            <a:off x="2127225" y="3876550"/>
            <a:ext cx="413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0" name="Google Shape;860;p90"/>
          <p:cNvCxnSpPr>
            <a:stCxn id="850" idx="3"/>
            <a:endCxn id="851" idx="1"/>
          </p:cNvCxnSpPr>
          <p:nvPr/>
        </p:nvCxnSpPr>
        <p:spPr>
          <a:xfrm>
            <a:off x="3969725" y="3876550"/>
            <a:ext cx="526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1" name="Google Shape;861;p90"/>
          <p:cNvCxnSpPr>
            <a:stCxn id="851" idx="3"/>
            <a:endCxn id="852" idx="1"/>
          </p:cNvCxnSpPr>
          <p:nvPr/>
        </p:nvCxnSpPr>
        <p:spPr>
          <a:xfrm>
            <a:off x="5664475" y="3876550"/>
            <a:ext cx="334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2" name="Google Shape;862;p90"/>
          <p:cNvCxnSpPr>
            <a:stCxn id="852" idx="3"/>
            <a:endCxn id="854" idx="1"/>
          </p:cNvCxnSpPr>
          <p:nvPr/>
        </p:nvCxnSpPr>
        <p:spPr>
          <a:xfrm>
            <a:off x="7166963" y="3876550"/>
            <a:ext cx="334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3" name="Google Shape;863;p90"/>
          <p:cNvCxnSpPr>
            <a:stCxn id="847" idx="3"/>
            <a:endCxn id="848" idx="1"/>
          </p:cNvCxnSpPr>
          <p:nvPr/>
        </p:nvCxnSpPr>
        <p:spPr>
          <a:xfrm flipH="1" rot="10800000">
            <a:off x="7721000" y="1994825"/>
            <a:ext cx="267900" cy="8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4" name="Google Shape;864;p90"/>
          <p:cNvCxnSpPr>
            <a:stCxn id="844" idx="3"/>
            <a:endCxn id="845" idx="1"/>
          </p:cNvCxnSpPr>
          <p:nvPr/>
        </p:nvCxnSpPr>
        <p:spPr>
          <a:xfrm flipH="1" rot="10800000">
            <a:off x="4081925" y="2003525"/>
            <a:ext cx="269700" cy="20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5" name="Google Shape;865;p90"/>
          <p:cNvCxnSpPr>
            <a:stCxn id="845" idx="3"/>
            <a:endCxn id="846" idx="1"/>
          </p:cNvCxnSpPr>
          <p:nvPr/>
        </p:nvCxnSpPr>
        <p:spPr>
          <a:xfrm>
            <a:off x="5229175" y="2003525"/>
            <a:ext cx="160500" cy="45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6" name="Google Shape;866;p90"/>
          <p:cNvSpPr txBox="1"/>
          <p:nvPr>
            <p:ph idx="4294967295" type="title"/>
          </p:nvPr>
        </p:nvSpPr>
        <p:spPr>
          <a:xfrm>
            <a:off x="2099100" y="317400"/>
            <a:ext cx="5039700" cy="877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900">
                <a:solidFill>
                  <a:srgbClr val="0A0A0A"/>
                </a:solidFill>
              </a:rPr>
              <a:t>Methodology &amp; Work Flow</a:t>
            </a:r>
            <a:endParaRPr b="1" sz="1900">
              <a:solidFill>
                <a:srgbClr val="0A0A0A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000000"/>
              </a:solidFill>
            </a:endParaRPr>
          </a:p>
        </p:txBody>
      </p:sp>
      <p:sp>
        <p:nvSpPr>
          <p:cNvPr id="867" name="Google Shape;867;p90"/>
          <p:cNvSpPr txBox="1"/>
          <p:nvPr>
            <p:ph idx="4294967295" type="title"/>
          </p:nvPr>
        </p:nvSpPr>
        <p:spPr>
          <a:xfrm>
            <a:off x="142025" y="4760150"/>
            <a:ext cx="6226500" cy="246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Data split: test_size=0.2, random_state=42</a:t>
            </a:r>
            <a:endParaRPr sz="1900"/>
          </a:p>
        </p:txBody>
      </p:sp>
      <p:cxnSp>
        <p:nvCxnSpPr>
          <p:cNvPr id="868" name="Google Shape;868;p90"/>
          <p:cNvCxnSpPr>
            <a:stCxn id="848" idx="2"/>
            <a:endCxn id="853" idx="0"/>
          </p:cNvCxnSpPr>
          <p:nvPr/>
        </p:nvCxnSpPr>
        <p:spPr>
          <a:xfrm flipH="1">
            <a:off x="8462050" y="2277250"/>
            <a:ext cx="28200" cy="39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1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1"/>
          <p:cNvSpPr txBox="1"/>
          <p:nvPr/>
        </p:nvSpPr>
        <p:spPr>
          <a:xfrm>
            <a:off x="365000" y="1494138"/>
            <a:ext cx="40722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/>
              <a:t>Price Prediction</a:t>
            </a:r>
            <a:endParaRPr b="1"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hlinkClick r:id="rId4"/>
              </a:rPr>
              <a:t>https://airbnbpredictclean-z5ff34yvmkqmbfbgywf5fv.streamlit.app/</a:t>
            </a:r>
            <a:r>
              <a:rPr lang="en" sz="1200">
                <a:solidFill>
                  <a:srgbClr val="1F2328"/>
                </a:solidFill>
                <a:highlight>
                  <a:srgbClr val="FFFFFF"/>
                </a:highlight>
              </a:rPr>
              <a:t> </a:t>
            </a:r>
            <a:r>
              <a:rPr lang="en" sz="1300"/>
              <a:t> 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Click on the image below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875" name="Google Shape;875;p91"/>
          <p:cNvSpPr txBox="1"/>
          <p:nvPr/>
        </p:nvSpPr>
        <p:spPr>
          <a:xfrm>
            <a:off x="4812750" y="1408425"/>
            <a:ext cx="40722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/>
              <a:t>Recommendation System</a:t>
            </a:r>
            <a:endParaRPr b="1"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hlinkClick r:id="rId5"/>
              </a:rPr>
              <a:t>https://airbnbpredictclean-olwqxxkr2hyxaxsdhxyoxr.streamlit.app/</a:t>
            </a:r>
            <a:r>
              <a:rPr lang="en" sz="1300"/>
              <a:t> 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Click in the imaje below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876" name="Google Shape;876;p91"/>
          <p:cNvSpPr txBox="1"/>
          <p:nvPr/>
        </p:nvSpPr>
        <p:spPr>
          <a:xfrm>
            <a:off x="2932200" y="228588"/>
            <a:ext cx="377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Interactive </a:t>
            </a: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Dashboard</a:t>
            </a: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Artefact)</a:t>
            </a:r>
            <a:endParaRPr b="1" sz="20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77" name="Google Shape;877;p91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8775" y="2325500"/>
            <a:ext cx="3944650" cy="207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78" name="Google Shape;878;p91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821975" y="2325500"/>
            <a:ext cx="4053752" cy="2075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3" name="Google Shape;883;p92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p92"/>
          <p:cNvSpPr txBox="1"/>
          <p:nvPr>
            <p:ph idx="4294967295" type="title"/>
          </p:nvPr>
        </p:nvSpPr>
        <p:spPr>
          <a:xfrm>
            <a:off x="1934400" y="310938"/>
            <a:ext cx="5552700" cy="263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900"/>
              <a:t>Benefits / Limitation</a:t>
            </a:r>
            <a:endParaRPr b="1" sz="1900"/>
          </a:p>
        </p:txBody>
      </p:sp>
      <p:sp>
        <p:nvSpPr>
          <p:cNvPr id="885" name="Google Shape;885;p92"/>
          <p:cNvSpPr txBox="1"/>
          <p:nvPr>
            <p:ph idx="4294967295" type="title"/>
          </p:nvPr>
        </p:nvSpPr>
        <p:spPr>
          <a:xfrm>
            <a:off x="579950" y="1435350"/>
            <a:ext cx="55527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600"/>
              <a:t>Benefits of price prediction</a:t>
            </a:r>
            <a:endParaRPr b="1" sz="19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Revenue Optimization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Market Alignment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Real time decision support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Interpretability</a:t>
            </a:r>
            <a:endParaRPr sz="1600"/>
          </a:p>
        </p:txBody>
      </p:sp>
      <p:sp>
        <p:nvSpPr>
          <p:cNvPr id="886" name="Google Shape;886;p92"/>
          <p:cNvSpPr txBox="1"/>
          <p:nvPr>
            <p:ph idx="4294967295" type="title"/>
          </p:nvPr>
        </p:nvSpPr>
        <p:spPr>
          <a:xfrm>
            <a:off x="579950" y="3255200"/>
            <a:ext cx="45411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b="1" lang="en" sz="1600"/>
              <a:t>Benefits of Recommendation system</a:t>
            </a:r>
            <a:endParaRPr b="1"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Personalization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Reduced search time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Better Decision making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/>
              <a:t>Business impact</a:t>
            </a:r>
            <a:endParaRPr sz="1600"/>
          </a:p>
        </p:txBody>
      </p:sp>
      <p:sp>
        <p:nvSpPr>
          <p:cNvPr id="887" name="Google Shape;887;p92"/>
          <p:cNvSpPr txBox="1"/>
          <p:nvPr/>
        </p:nvSpPr>
        <p:spPr>
          <a:xfrm>
            <a:off x="4320525" y="1229600"/>
            <a:ext cx="44283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Limitations of Price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Lack of 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external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factors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Potential bias in 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historical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data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The model may not generalize well outside dublin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These could be addressed in future work with richer data sets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p92"/>
          <p:cNvSpPr txBox="1"/>
          <p:nvPr/>
        </p:nvSpPr>
        <p:spPr>
          <a:xfrm>
            <a:off x="4438200" y="3117900"/>
            <a:ext cx="4428300" cy="2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Limitations of Recommendation system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Cold start problems for new users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Dependance on historical interaction data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-330200" lvl="0" marL="457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Lack of contextual factors like time or intent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These could be improved by introducing hybrid recommendation approaches.</a:t>
            </a:r>
            <a:endParaRPr b="1" sz="19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3" name="Google Shape;893;p93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93"/>
          <p:cNvSpPr txBox="1"/>
          <p:nvPr/>
        </p:nvSpPr>
        <p:spPr>
          <a:xfrm>
            <a:off x="187650" y="1392600"/>
            <a:ext cx="7464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Future Work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/>
              <a:t>implement</a:t>
            </a:r>
            <a:r>
              <a:rPr lang="en"/>
              <a:t> deep learning approaches (e.g., neural collaborative filtering)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Expand analysis to multiple cities.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Incorporate real-time dynamic pricing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Develop hybrid recommendation systems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93"/>
          <p:cNvSpPr txBox="1"/>
          <p:nvPr/>
        </p:nvSpPr>
        <p:spPr>
          <a:xfrm>
            <a:off x="2932200" y="228588"/>
            <a:ext cx="377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 / Tech Stack</a:t>
            </a:r>
            <a:endParaRPr b="1" sz="20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96" name="Google Shape;896;p93"/>
          <p:cNvSpPr txBox="1"/>
          <p:nvPr/>
        </p:nvSpPr>
        <p:spPr>
          <a:xfrm>
            <a:off x="277500" y="2735263"/>
            <a:ext cx="7464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Tech Stack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/>
              <a:t>Python (Pandas, NumPy, Scikit-learn)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XGBoost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Surprise Library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NLP (Sentiment Analysis)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49070E"/>
              </a:buClr>
              <a:buSzPts val="1400"/>
              <a:buFont typeface="IBM Plex Sans"/>
              <a:buChar char="●"/>
            </a:pPr>
            <a:r>
              <a:rPr lang="en"/>
              <a:t>Streamlit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Google Shape;901;p94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p94"/>
          <p:cNvSpPr txBox="1"/>
          <p:nvPr/>
        </p:nvSpPr>
        <p:spPr>
          <a:xfrm>
            <a:off x="2932200" y="228588"/>
            <a:ext cx="377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49070E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</a:t>
            </a:r>
            <a:endParaRPr b="1" sz="2000">
              <a:solidFill>
                <a:srgbClr val="49070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03" name="Google Shape;903;p94"/>
          <p:cNvSpPr txBox="1"/>
          <p:nvPr/>
        </p:nvSpPr>
        <p:spPr>
          <a:xfrm>
            <a:off x="323100" y="1075375"/>
            <a:ext cx="84978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Xie, K., Mao, Z abd Wu, J. (2019) ‘Learning from peers: The effect of sales history disclosure on peer-to-peer short-term rental purposes’, </a:t>
            </a:r>
            <a:r>
              <a:rPr i="1" lang="en" sz="1500"/>
              <a:t>internationaljournal of Hospitality Management. </a:t>
            </a:r>
            <a:r>
              <a:rPr lang="en" sz="1500"/>
              <a:t>[Online]. 76 (Part A), pp. 173-183. Available from: </a:t>
            </a:r>
            <a:r>
              <a:rPr lang="en" sz="1500" u="sng">
                <a:solidFill>
                  <a:schemeClr val="hlink"/>
                </a:solidFill>
                <a:hlinkClick r:id="rId4"/>
              </a:rPr>
              <a:t>https://doi.org/10.1016/j.ijhm.2018.05.007</a:t>
            </a:r>
            <a:endParaRPr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Mishta, M., 2021. </a:t>
            </a:r>
            <a:r>
              <a:rPr i="1" lang="en" sz="1500"/>
              <a:t>Airbnb recommendation system using aspect-based sentiment analysis: hybrid approach. </a:t>
            </a:r>
            <a:r>
              <a:rPr lang="en" sz="1500"/>
              <a:t>MSc. Tilburg University, School of Humanities and Digital Sciences, Department of Cognitive Science &amp; Artificial Intelligence. Available at: </a:t>
            </a:r>
            <a:r>
              <a:rPr lang="en" sz="1500" u="sng">
                <a:solidFill>
                  <a:schemeClr val="hlink"/>
                </a:solidFill>
                <a:hlinkClick r:id="rId5"/>
              </a:rPr>
              <a:t>https://arno.uvt.nl/show.cgi?fid=161302</a:t>
            </a:r>
            <a:r>
              <a:rPr lang="en" sz="1500"/>
              <a:t> </a:t>
            </a:r>
            <a:endParaRPr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 u="sng">
                <a:solidFill>
                  <a:schemeClr val="hlink"/>
                </a:solidFill>
                <a:hlinkClick r:id="rId6"/>
              </a:rPr>
              <a:t>BreakingNew.ie</a:t>
            </a:r>
            <a:r>
              <a:rPr lang="en" sz="1500"/>
              <a:t> (2024) </a:t>
            </a:r>
            <a:r>
              <a:rPr i="1" lang="en" sz="1500"/>
              <a:t>Almost 6.5m nights spent in Airbnb-style accommiodation in Ireland in 2023. Available form: </a:t>
            </a:r>
            <a:r>
              <a:rPr i="1" lang="en" sz="1500" u="sng">
                <a:solidFill>
                  <a:schemeClr val="hlink"/>
                </a:solidFill>
                <a:hlinkClick r:id="rId7"/>
              </a:rPr>
              <a:t>https://www.breakingnews.ie/ireland/almost-6-5m-nights-spent-in-airbnb-style-accommodation-in-ireland-in-2023-1658162.html</a:t>
            </a:r>
            <a:r>
              <a:rPr i="1" lang="en" sz="1500"/>
              <a:t> </a:t>
            </a:r>
            <a:endParaRPr i="1"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My Ireland Tour. (n.d). Dublin Travle Guide, Available from </a:t>
            </a:r>
            <a:r>
              <a:rPr lang="en" sz="1500" u="sng">
                <a:solidFill>
                  <a:schemeClr val="hlink"/>
                </a:solidFill>
                <a:hlinkClick r:id="rId8"/>
              </a:rPr>
              <a:t>https://www.myirelandtour.com/travelguide/dublin/index.php</a:t>
            </a:r>
            <a:r>
              <a:rPr lang="en" sz="1500"/>
              <a:t> </a:t>
            </a:r>
            <a:r>
              <a:rPr i="1" lang="en" sz="1500"/>
              <a:t>[Accessed 19 July 2025].</a:t>
            </a:r>
            <a:endParaRPr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95"/>
          <p:cNvSpPr txBox="1"/>
          <p:nvPr>
            <p:ph type="title"/>
          </p:nvPr>
        </p:nvSpPr>
        <p:spPr>
          <a:xfrm>
            <a:off x="436725" y="1856744"/>
            <a:ext cx="4182300" cy="1726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questions? </a:t>
            </a:r>
            <a:endParaRPr/>
          </a:p>
        </p:txBody>
      </p:sp>
      <p:pic>
        <p:nvPicPr>
          <p:cNvPr id="909" name="Google Shape;909;p95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4" name="Google Shape;914;p96"/>
          <p:cNvCxnSpPr/>
          <p:nvPr/>
        </p:nvCxnSpPr>
        <p:spPr>
          <a:xfrm>
            <a:off x="4742425" y="2553350"/>
            <a:ext cx="0" cy="25902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5" name="Google Shape;915;p96"/>
          <p:cNvSpPr txBox="1"/>
          <p:nvPr>
            <p:ph type="title"/>
          </p:nvPr>
        </p:nvSpPr>
        <p:spPr>
          <a:xfrm>
            <a:off x="436725" y="2781949"/>
            <a:ext cx="4182300" cy="784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16" name="Google Shape;916;p96"/>
          <p:cNvSpPr txBox="1"/>
          <p:nvPr>
            <p:ph idx="4" type="subTitle"/>
          </p:nvPr>
        </p:nvSpPr>
        <p:spPr>
          <a:xfrm>
            <a:off x="4980750" y="3675175"/>
            <a:ext cx="3813000" cy="73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aghedoemmanuel67@yahoo.com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17" name="Google Shape;917;p96" title="my-uw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25" y="81675"/>
            <a:ext cx="1002572" cy="99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mpetitive Analysis">
  <a:themeElements>
    <a:clrScheme name="Simple Light">
      <a:dk1>
        <a:srgbClr val="F1F5F8"/>
      </a:dk1>
      <a:lt1>
        <a:srgbClr val="49070E"/>
      </a:lt1>
      <a:dk2>
        <a:srgbClr val="F8E4DC"/>
      </a:dk2>
      <a:lt2>
        <a:srgbClr val="F2631F"/>
      </a:lt2>
      <a:accent1>
        <a:srgbClr val="FFC490"/>
      </a:accent1>
      <a:accent2>
        <a:srgbClr val="913700"/>
      </a:accent2>
      <a:accent3>
        <a:srgbClr val="EACFC3"/>
      </a:accent3>
      <a:accent4>
        <a:srgbClr val="AB3F23"/>
      </a:accent4>
      <a:accent5>
        <a:srgbClr val="681227"/>
      </a:accent5>
      <a:accent6>
        <a:srgbClr val="EE732D"/>
      </a:accent6>
      <a:hlink>
        <a:srgbClr val="C2512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roduct demo | Human focus">
  <a:themeElements>
    <a:clrScheme name="Simple Light">
      <a:dk1>
        <a:srgbClr val="3C4043"/>
      </a:dk1>
      <a:lt1>
        <a:srgbClr val="000000"/>
      </a:lt1>
      <a:dk2>
        <a:srgbClr val="F4F4F4"/>
      </a:dk2>
      <a:lt2>
        <a:srgbClr val="FFFFFF"/>
      </a:lt2>
      <a:accent1>
        <a:srgbClr val="FDD198"/>
      </a:accent1>
      <a:accent2>
        <a:srgbClr val="F4F4F4"/>
      </a:accent2>
      <a:accent3>
        <a:srgbClr val="B7B7B7"/>
      </a:accent3>
      <a:accent4>
        <a:srgbClr val="FFA767"/>
      </a:accent4>
      <a:accent5>
        <a:srgbClr val="FFF2DC"/>
      </a:accent5>
      <a:accent6>
        <a:srgbClr val="F0C894"/>
      </a:accent6>
      <a:hlink>
        <a:srgbClr val="CAA97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